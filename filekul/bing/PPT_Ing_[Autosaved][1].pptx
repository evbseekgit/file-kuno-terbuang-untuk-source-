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9" r:id="rId2"/>
    <p:sldId id="261" r:id="rId3"/>
    <p:sldId id="267" r:id="rId4"/>
    <p:sldId id="264" r:id="rId5"/>
    <p:sldId id="268" r:id="rId6"/>
    <p:sldId id="272" r:id="rId7"/>
    <p:sldId id="273" r:id="rId8"/>
    <p:sldId id="274" r:id="rId9"/>
    <p:sldId id="276" r:id="rId10"/>
    <p:sldId id="27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account" initials="Ma" lastIdx="2" clrIdx="0">
    <p:extLst>
      <p:ext uri="{19B8F6BF-5375-455C-9EA6-DF929625EA0E}">
        <p15:presenceInfo xmlns:p15="http://schemas.microsoft.com/office/powerpoint/2012/main" userId="b83a7e78890f18e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418C"/>
    <a:srgbClr val="2E758E"/>
    <a:srgbClr val="1044AC"/>
    <a:srgbClr val="2E8E8E"/>
    <a:srgbClr val="2E8ECC"/>
    <a:srgbClr val="38164A"/>
    <a:srgbClr val="5A758E"/>
    <a:srgbClr val="072B49"/>
    <a:srgbClr val="0C3382"/>
    <a:srgbClr val="255B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AE56E8-1CA3-461B-8543-57F52130ACE5}" v="18" dt="2025-12-02T13:38:57.4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902" autoAdjust="0"/>
    <p:restoredTop sz="94660"/>
  </p:normalViewPr>
  <p:slideViewPr>
    <p:cSldViewPr snapToGrid="0">
      <p:cViewPr varScale="1">
        <p:scale>
          <a:sx n="90" d="100"/>
          <a:sy n="90" d="100"/>
        </p:scale>
        <p:origin x="101"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dika Ompusunggu" userId="158fdd35f64aee19" providerId="LiveId" clId="{2BAE56E8-1CA3-461B-8543-57F52130ACE5}"/>
    <pc:docChg chg="undo custSel addSld modSld">
      <pc:chgData name="Judika Ompusunggu" userId="158fdd35f64aee19" providerId="LiveId" clId="{2BAE56E8-1CA3-461B-8543-57F52130ACE5}" dt="2025-12-02T13:39:19.917" v="90" actId="1076"/>
      <pc:docMkLst>
        <pc:docMk/>
      </pc:docMkLst>
      <pc:sldChg chg="addSp modSp mod">
        <pc:chgData name="Judika Ompusunggu" userId="158fdd35f64aee19" providerId="LiveId" clId="{2BAE56E8-1CA3-461B-8543-57F52130ACE5}" dt="2025-12-02T13:35:30.246" v="50" actId="166"/>
        <pc:sldMkLst>
          <pc:docMk/>
          <pc:sldMk cId="2367198782" sldId="274"/>
        </pc:sldMkLst>
        <pc:spChg chg="add mod">
          <ac:chgData name="Judika Ompusunggu" userId="158fdd35f64aee19" providerId="LiveId" clId="{2BAE56E8-1CA3-461B-8543-57F52130ACE5}" dt="2025-12-02T13:27:35.778" v="8" actId="207"/>
          <ac:spMkLst>
            <pc:docMk/>
            <pc:sldMk cId="2367198782" sldId="274"/>
            <ac:spMk id="2" creationId="{6E728878-04CA-5D25-04CA-526F1DA2691D}"/>
          </ac:spMkLst>
        </pc:spChg>
        <pc:spChg chg="add mod">
          <ac:chgData name="Judika Ompusunggu" userId="158fdd35f64aee19" providerId="LiveId" clId="{2BAE56E8-1CA3-461B-8543-57F52130ACE5}" dt="2025-12-02T13:34:37.128" v="44" actId="1076"/>
          <ac:spMkLst>
            <pc:docMk/>
            <pc:sldMk cId="2367198782" sldId="274"/>
            <ac:spMk id="3" creationId="{36D730FC-9653-7151-5098-C1F082F75C10}"/>
          </ac:spMkLst>
        </pc:spChg>
        <pc:spChg chg="add mod">
          <ac:chgData name="Judika Ompusunggu" userId="158fdd35f64aee19" providerId="LiveId" clId="{2BAE56E8-1CA3-461B-8543-57F52130ACE5}" dt="2025-12-02T13:34:31.136" v="43" actId="1076"/>
          <ac:spMkLst>
            <pc:docMk/>
            <pc:sldMk cId="2367198782" sldId="274"/>
            <ac:spMk id="4" creationId="{B19F327F-B8D7-DB86-A6A7-A394062AB937}"/>
          </ac:spMkLst>
        </pc:spChg>
        <pc:spChg chg="mod">
          <ac:chgData name="Judika Ompusunggu" userId="158fdd35f64aee19" providerId="LiveId" clId="{2BAE56E8-1CA3-461B-8543-57F52130ACE5}" dt="2025-12-02T13:25:37.832" v="0" actId="207"/>
          <ac:spMkLst>
            <pc:docMk/>
            <pc:sldMk cId="2367198782" sldId="274"/>
            <ac:spMk id="16" creationId="{8AF0DB30-92F5-8FE6-9FD8-421E34AA12BA}"/>
          </ac:spMkLst>
        </pc:spChg>
        <pc:spChg chg="mod">
          <ac:chgData name="Judika Ompusunggu" userId="158fdd35f64aee19" providerId="LiveId" clId="{2BAE56E8-1CA3-461B-8543-57F52130ACE5}" dt="2025-12-02T13:25:43.377" v="1" actId="207"/>
          <ac:spMkLst>
            <pc:docMk/>
            <pc:sldMk cId="2367198782" sldId="274"/>
            <ac:spMk id="17" creationId="{4B8179C9-E1B9-57FE-1A35-DF2977C7B9F0}"/>
          </ac:spMkLst>
        </pc:spChg>
        <pc:spChg chg="mod">
          <ac:chgData name="Judika Ompusunggu" userId="158fdd35f64aee19" providerId="LiveId" clId="{2BAE56E8-1CA3-461B-8543-57F52130ACE5}" dt="2025-12-02T13:25:47.465" v="2" actId="207"/>
          <ac:spMkLst>
            <pc:docMk/>
            <pc:sldMk cId="2367198782" sldId="274"/>
            <ac:spMk id="18" creationId="{1F6D2682-E0FA-1669-9FB8-521FB28604EB}"/>
          </ac:spMkLst>
        </pc:spChg>
        <pc:picChg chg="add mod ord modCrop">
          <ac:chgData name="Judika Ompusunggu" userId="158fdd35f64aee19" providerId="LiveId" clId="{2BAE56E8-1CA3-461B-8543-57F52130ACE5}" dt="2025-12-02T13:35:30.246" v="50" actId="166"/>
          <ac:picMkLst>
            <pc:docMk/>
            <pc:sldMk cId="2367198782" sldId="274"/>
            <ac:picMk id="8" creationId="{5889D92F-EB58-BFD0-8D23-BDED03DE4016}"/>
          </ac:picMkLst>
        </pc:picChg>
      </pc:sldChg>
      <pc:sldChg chg="addSp modSp mod">
        <pc:chgData name="Judika Ompusunggu" userId="158fdd35f64aee19" providerId="LiveId" clId="{2BAE56E8-1CA3-461B-8543-57F52130ACE5}" dt="2025-12-02T13:39:19.917" v="90" actId="1076"/>
        <pc:sldMkLst>
          <pc:docMk/>
          <pc:sldMk cId="947619380" sldId="275"/>
        </pc:sldMkLst>
        <pc:spChg chg="add mod">
          <ac:chgData name="Judika Ompusunggu" userId="158fdd35f64aee19" providerId="LiveId" clId="{2BAE56E8-1CA3-461B-8543-57F52130ACE5}" dt="2025-12-02T13:39:19.917" v="90" actId="1076"/>
          <ac:spMkLst>
            <pc:docMk/>
            <pc:sldMk cId="947619380" sldId="275"/>
            <ac:spMk id="2" creationId="{16877805-3F7F-AFCA-A369-23A5455BD782}"/>
          </ac:spMkLst>
        </pc:spChg>
      </pc:sldChg>
      <pc:sldChg chg="addSp modSp new mod">
        <pc:chgData name="Judika Ompusunggu" userId="158fdd35f64aee19" providerId="LiveId" clId="{2BAE56E8-1CA3-461B-8543-57F52130ACE5}" dt="2025-12-02T13:38:04.643" v="61" actId="20577"/>
        <pc:sldMkLst>
          <pc:docMk/>
          <pc:sldMk cId="4090415211" sldId="276"/>
        </pc:sldMkLst>
        <pc:spChg chg="add mod">
          <ac:chgData name="Judika Ompusunggu" userId="158fdd35f64aee19" providerId="LiveId" clId="{2BAE56E8-1CA3-461B-8543-57F52130ACE5}" dt="2025-12-02T13:38:04.643" v="61" actId="20577"/>
          <ac:spMkLst>
            <pc:docMk/>
            <pc:sldMk cId="4090415211" sldId="276"/>
            <ac:spMk id="2" creationId="{7DFF9EF8-3E36-E024-E8B1-883D6AAC4CA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1478B-F0E1-450D-834E-CE2869BDFC05}"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2CB988-0DF6-4791-9B68-6B24F35F6D81}" type="slidenum">
              <a:rPr lang="en-US" smtClean="0"/>
              <a:t>‹#›</a:t>
            </a:fld>
            <a:endParaRPr lang="en-US"/>
          </a:p>
        </p:txBody>
      </p:sp>
    </p:spTree>
    <p:extLst>
      <p:ext uri="{BB962C8B-B14F-4D97-AF65-F5344CB8AC3E}">
        <p14:creationId xmlns:p14="http://schemas.microsoft.com/office/powerpoint/2010/main" val="1536818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72CB988-0DF6-4791-9B68-6B24F35F6D81}" type="slidenum">
              <a:rPr lang="en-US" smtClean="0"/>
              <a:t>4</a:t>
            </a:fld>
            <a:endParaRPr lang="en-US"/>
          </a:p>
        </p:txBody>
      </p:sp>
    </p:spTree>
    <p:extLst>
      <p:ext uri="{BB962C8B-B14F-4D97-AF65-F5344CB8AC3E}">
        <p14:creationId xmlns:p14="http://schemas.microsoft.com/office/powerpoint/2010/main" val="550236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8FCC07-6641-8394-4DAB-AC4538868E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C051DD48-71EE-3116-06F3-20BAFBEA92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9C998226-10D0-CB51-C318-376D9F373180}"/>
              </a:ext>
            </a:extLst>
          </p:cNvPr>
          <p:cNvSpPr>
            <a:spLocks noGrp="1"/>
          </p:cNvSpPr>
          <p:nvPr>
            <p:ph type="dt" sz="half" idx="10"/>
          </p:nvPr>
        </p:nvSpPr>
        <p:spPr/>
        <p:txBody>
          <a:bodyPr/>
          <a:lstStyle/>
          <a:p>
            <a:fld id="{A8ED1E21-09B0-4CFC-A9E6-D25F38623C5D}" type="datetimeFigureOut">
              <a:rPr lang="en-US" smtClean="0"/>
              <a:t>10/28/2026</a:t>
            </a:fld>
            <a:endParaRPr lang="en-US"/>
          </a:p>
        </p:txBody>
      </p:sp>
      <p:sp>
        <p:nvSpPr>
          <p:cNvPr id="5" name="Footer Placeholder 4">
            <a:extLst>
              <a:ext uri="{FF2B5EF4-FFF2-40B4-BE49-F238E27FC236}">
                <a16:creationId xmlns="" xmlns:a16="http://schemas.microsoft.com/office/drawing/2014/main" id="{BE9FF1C6-2895-BC42-7A5E-6154541A1E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BD3A1EA3-90C2-8504-C68D-7A721A0660CA}"/>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4145732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2A3DFD6-8941-86B8-1757-56909ADC87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63C775AE-D92A-F0BC-9164-09D9087846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1D57B4A0-ADED-FA61-B8BB-E23A222FB449}"/>
              </a:ext>
            </a:extLst>
          </p:cNvPr>
          <p:cNvSpPr>
            <a:spLocks noGrp="1"/>
          </p:cNvSpPr>
          <p:nvPr>
            <p:ph type="dt" sz="half" idx="10"/>
          </p:nvPr>
        </p:nvSpPr>
        <p:spPr/>
        <p:txBody>
          <a:bodyPr/>
          <a:lstStyle/>
          <a:p>
            <a:fld id="{A8ED1E21-09B0-4CFC-A9E6-D25F38623C5D}" type="datetimeFigureOut">
              <a:rPr lang="en-US" smtClean="0"/>
              <a:t>10/28/2026</a:t>
            </a:fld>
            <a:endParaRPr lang="en-US"/>
          </a:p>
        </p:txBody>
      </p:sp>
      <p:sp>
        <p:nvSpPr>
          <p:cNvPr id="5" name="Footer Placeholder 4">
            <a:extLst>
              <a:ext uri="{FF2B5EF4-FFF2-40B4-BE49-F238E27FC236}">
                <a16:creationId xmlns="" xmlns:a16="http://schemas.microsoft.com/office/drawing/2014/main" id="{9EE23EC8-0E5B-8816-5A6F-C38693A8F1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39012D66-698B-8B22-592A-771F9723C37E}"/>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2108110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E2979B-1DAF-06C9-CFBF-FCD36140EB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F1D2DCA3-21D3-FF47-D49A-19861621DB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D5FF1B22-450B-FAAE-5E98-C6C0B3BD8817}"/>
              </a:ext>
            </a:extLst>
          </p:cNvPr>
          <p:cNvSpPr>
            <a:spLocks noGrp="1"/>
          </p:cNvSpPr>
          <p:nvPr>
            <p:ph type="dt" sz="half" idx="10"/>
          </p:nvPr>
        </p:nvSpPr>
        <p:spPr/>
        <p:txBody>
          <a:bodyPr/>
          <a:lstStyle/>
          <a:p>
            <a:fld id="{A8ED1E21-09B0-4CFC-A9E6-D25F38623C5D}" type="datetimeFigureOut">
              <a:rPr lang="en-US" smtClean="0"/>
              <a:t>10/28/2026</a:t>
            </a:fld>
            <a:endParaRPr lang="en-US"/>
          </a:p>
        </p:txBody>
      </p:sp>
      <p:sp>
        <p:nvSpPr>
          <p:cNvPr id="5" name="Footer Placeholder 4">
            <a:extLst>
              <a:ext uri="{FF2B5EF4-FFF2-40B4-BE49-F238E27FC236}">
                <a16:creationId xmlns="" xmlns:a16="http://schemas.microsoft.com/office/drawing/2014/main" id="{68FFFF46-8E04-82B2-58E7-2815CD76A8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1522F8BB-9417-2C70-ECBE-2D4B8B999A72}"/>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4279906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412E5F-DE04-9B60-62E4-9AEF53ADD4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F463A811-9838-DA54-E051-7DC8369F43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8E14B313-2DBB-C77A-92C6-57D6B0750E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3F8E41BE-71EA-2F8F-771F-29C142D5E8AB}"/>
              </a:ext>
            </a:extLst>
          </p:cNvPr>
          <p:cNvSpPr>
            <a:spLocks noGrp="1"/>
          </p:cNvSpPr>
          <p:nvPr>
            <p:ph type="dt" sz="half" idx="10"/>
          </p:nvPr>
        </p:nvSpPr>
        <p:spPr/>
        <p:txBody>
          <a:bodyPr/>
          <a:lstStyle/>
          <a:p>
            <a:fld id="{A8ED1E21-09B0-4CFC-A9E6-D25F38623C5D}" type="datetimeFigureOut">
              <a:rPr lang="en-US" smtClean="0"/>
              <a:t>10/28/2026</a:t>
            </a:fld>
            <a:endParaRPr lang="en-US"/>
          </a:p>
        </p:txBody>
      </p:sp>
      <p:sp>
        <p:nvSpPr>
          <p:cNvPr id="6" name="Footer Placeholder 5">
            <a:extLst>
              <a:ext uri="{FF2B5EF4-FFF2-40B4-BE49-F238E27FC236}">
                <a16:creationId xmlns="" xmlns:a16="http://schemas.microsoft.com/office/drawing/2014/main" id="{D9BCEED1-59BA-FF4E-EAD5-2C2840A6A1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E04D8CAE-C53A-41F8-0E97-5A3C69FF3671}"/>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1594197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98101E-BCDF-E576-D09C-8DCF2C0FE1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A2CDCA7D-9C6A-E324-F5A9-09FBEE8925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283CF52A-5EB3-EFD0-9108-F66E789DEC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2D27F41B-CE27-67F9-3411-5845060B3A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659A62F5-9749-898D-41EF-B593C8DB28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DDF9F4F0-C61E-3212-A9AF-3C513F602C19}"/>
              </a:ext>
            </a:extLst>
          </p:cNvPr>
          <p:cNvSpPr>
            <a:spLocks noGrp="1"/>
          </p:cNvSpPr>
          <p:nvPr>
            <p:ph type="dt" sz="half" idx="10"/>
          </p:nvPr>
        </p:nvSpPr>
        <p:spPr/>
        <p:txBody>
          <a:bodyPr/>
          <a:lstStyle/>
          <a:p>
            <a:fld id="{A8ED1E21-09B0-4CFC-A9E6-D25F38623C5D}" type="datetimeFigureOut">
              <a:rPr lang="en-US" smtClean="0"/>
              <a:t>10/28/2026</a:t>
            </a:fld>
            <a:endParaRPr lang="en-US"/>
          </a:p>
        </p:txBody>
      </p:sp>
      <p:sp>
        <p:nvSpPr>
          <p:cNvPr id="8" name="Footer Placeholder 7">
            <a:extLst>
              <a:ext uri="{FF2B5EF4-FFF2-40B4-BE49-F238E27FC236}">
                <a16:creationId xmlns="" xmlns:a16="http://schemas.microsoft.com/office/drawing/2014/main" id="{E4B25BE7-5535-30EB-E01B-F637C1A614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60022F8D-FA01-77DA-B016-F34E85D9843C}"/>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2309882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5FF2B5-117B-97AE-0BAB-FB49B73943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A7B9543-DC7A-FC1A-1165-098C1597FD20}"/>
              </a:ext>
            </a:extLst>
          </p:cNvPr>
          <p:cNvSpPr>
            <a:spLocks noGrp="1"/>
          </p:cNvSpPr>
          <p:nvPr>
            <p:ph type="dt" sz="half" idx="10"/>
          </p:nvPr>
        </p:nvSpPr>
        <p:spPr/>
        <p:txBody>
          <a:bodyPr/>
          <a:lstStyle/>
          <a:p>
            <a:fld id="{A8ED1E21-09B0-4CFC-A9E6-D25F38623C5D}" type="datetimeFigureOut">
              <a:rPr lang="en-US" smtClean="0"/>
              <a:t>10/28/2026</a:t>
            </a:fld>
            <a:endParaRPr lang="en-US"/>
          </a:p>
        </p:txBody>
      </p:sp>
      <p:sp>
        <p:nvSpPr>
          <p:cNvPr id="4" name="Footer Placeholder 3">
            <a:extLst>
              <a:ext uri="{FF2B5EF4-FFF2-40B4-BE49-F238E27FC236}">
                <a16:creationId xmlns="" xmlns:a16="http://schemas.microsoft.com/office/drawing/2014/main" id="{65EB7011-76FF-A4C5-40D6-B0B5F71A0E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93F7BAA6-5C15-7E33-8B12-ECAA6AD2E20B}"/>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1896952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7995A661-5468-4909-42FF-8C39BF7A63D0}"/>
              </a:ext>
            </a:extLst>
          </p:cNvPr>
          <p:cNvSpPr>
            <a:spLocks noGrp="1"/>
          </p:cNvSpPr>
          <p:nvPr>
            <p:ph type="dt" sz="half" idx="10"/>
          </p:nvPr>
        </p:nvSpPr>
        <p:spPr/>
        <p:txBody>
          <a:bodyPr/>
          <a:lstStyle/>
          <a:p>
            <a:fld id="{A8ED1E21-09B0-4CFC-A9E6-D25F38623C5D}" type="datetimeFigureOut">
              <a:rPr lang="en-US" smtClean="0"/>
              <a:t>10/28/2026</a:t>
            </a:fld>
            <a:endParaRPr lang="en-US"/>
          </a:p>
        </p:txBody>
      </p:sp>
      <p:sp>
        <p:nvSpPr>
          <p:cNvPr id="3" name="Footer Placeholder 2">
            <a:extLst>
              <a:ext uri="{FF2B5EF4-FFF2-40B4-BE49-F238E27FC236}">
                <a16:creationId xmlns="" xmlns:a16="http://schemas.microsoft.com/office/drawing/2014/main" id="{C208E48E-F3D2-022A-6507-9499642DA7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0BF1AC61-364E-42AD-0206-9B803328217A}"/>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3493536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97520F-2A89-1AA1-66E2-74A2525EC9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ADF1D9B8-8496-11DE-1D4D-291E804223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5F8779CB-5C95-C762-1DE7-2D1763D4B3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0F66C284-9E28-43BD-AA35-A226C0F66382}"/>
              </a:ext>
            </a:extLst>
          </p:cNvPr>
          <p:cNvSpPr>
            <a:spLocks noGrp="1"/>
          </p:cNvSpPr>
          <p:nvPr>
            <p:ph type="dt" sz="half" idx="10"/>
          </p:nvPr>
        </p:nvSpPr>
        <p:spPr/>
        <p:txBody>
          <a:bodyPr/>
          <a:lstStyle/>
          <a:p>
            <a:fld id="{A8ED1E21-09B0-4CFC-A9E6-D25F38623C5D}" type="datetimeFigureOut">
              <a:rPr lang="en-US" smtClean="0"/>
              <a:t>10/28/2026</a:t>
            </a:fld>
            <a:endParaRPr lang="en-US"/>
          </a:p>
        </p:txBody>
      </p:sp>
      <p:sp>
        <p:nvSpPr>
          <p:cNvPr id="6" name="Footer Placeholder 5">
            <a:extLst>
              <a:ext uri="{FF2B5EF4-FFF2-40B4-BE49-F238E27FC236}">
                <a16:creationId xmlns="" xmlns:a16="http://schemas.microsoft.com/office/drawing/2014/main" id="{D8D01822-DAD1-7261-8C30-5831762AFD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9E11F374-4B3C-F553-4A50-D91B7437F7A5}"/>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485081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3D8A70-1073-FC89-76AE-191938F277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FDF12A18-F98F-F003-2200-A6EF0879BD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A0F3013B-540A-08A0-5259-E0CFB46024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49353CA-CF99-EE9F-47A3-63514E99256A}"/>
              </a:ext>
            </a:extLst>
          </p:cNvPr>
          <p:cNvSpPr>
            <a:spLocks noGrp="1"/>
          </p:cNvSpPr>
          <p:nvPr>
            <p:ph type="dt" sz="half" idx="10"/>
          </p:nvPr>
        </p:nvSpPr>
        <p:spPr/>
        <p:txBody>
          <a:bodyPr/>
          <a:lstStyle/>
          <a:p>
            <a:fld id="{A8ED1E21-09B0-4CFC-A9E6-D25F38623C5D}" type="datetimeFigureOut">
              <a:rPr lang="en-US" smtClean="0"/>
              <a:t>10/28/2026</a:t>
            </a:fld>
            <a:endParaRPr lang="en-US"/>
          </a:p>
        </p:txBody>
      </p:sp>
      <p:sp>
        <p:nvSpPr>
          <p:cNvPr id="6" name="Footer Placeholder 5">
            <a:extLst>
              <a:ext uri="{FF2B5EF4-FFF2-40B4-BE49-F238E27FC236}">
                <a16:creationId xmlns="" xmlns:a16="http://schemas.microsoft.com/office/drawing/2014/main" id="{5A1A22FE-010A-F405-6773-17C8D0F7E9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ABDFAE6B-2347-58DA-8B9B-FA60206EF215}"/>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1761110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0F0D17D-D503-0213-7975-02DDEF297D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7BF3A149-875D-BD36-E138-0C17E174A1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2B5C393F-6DC7-9452-BFF2-664749A5044B}"/>
              </a:ext>
            </a:extLst>
          </p:cNvPr>
          <p:cNvSpPr>
            <a:spLocks noGrp="1"/>
          </p:cNvSpPr>
          <p:nvPr>
            <p:ph type="dt" sz="half" idx="10"/>
          </p:nvPr>
        </p:nvSpPr>
        <p:spPr/>
        <p:txBody>
          <a:bodyPr/>
          <a:lstStyle/>
          <a:p>
            <a:fld id="{A8ED1E21-09B0-4CFC-A9E6-D25F38623C5D}" type="datetimeFigureOut">
              <a:rPr lang="en-US" smtClean="0"/>
              <a:t>10/28/2026</a:t>
            </a:fld>
            <a:endParaRPr lang="en-US"/>
          </a:p>
        </p:txBody>
      </p:sp>
      <p:sp>
        <p:nvSpPr>
          <p:cNvPr id="5" name="Footer Placeholder 4">
            <a:extLst>
              <a:ext uri="{FF2B5EF4-FFF2-40B4-BE49-F238E27FC236}">
                <a16:creationId xmlns="" xmlns:a16="http://schemas.microsoft.com/office/drawing/2014/main" id="{0EF12413-877D-8415-832C-4E72F00896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BA9B628B-C096-07E6-3A12-DB23ACC70664}"/>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3455734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D51C5463-4CD8-E996-C246-C5F357A589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5FE73735-C93E-4607-882A-4901BF7233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6D401B20-4233-C68E-9E50-0B50A7B2DA92}"/>
              </a:ext>
            </a:extLst>
          </p:cNvPr>
          <p:cNvSpPr>
            <a:spLocks noGrp="1"/>
          </p:cNvSpPr>
          <p:nvPr>
            <p:ph type="dt" sz="half" idx="10"/>
          </p:nvPr>
        </p:nvSpPr>
        <p:spPr/>
        <p:txBody>
          <a:bodyPr/>
          <a:lstStyle/>
          <a:p>
            <a:fld id="{A8ED1E21-09B0-4CFC-A9E6-D25F38623C5D}" type="datetimeFigureOut">
              <a:rPr lang="en-US" smtClean="0"/>
              <a:t>10/28/2026</a:t>
            </a:fld>
            <a:endParaRPr lang="en-US"/>
          </a:p>
        </p:txBody>
      </p:sp>
      <p:sp>
        <p:nvSpPr>
          <p:cNvPr id="5" name="Footer Placeholder 4">
            <a:extLst>
              <a:ext uri="{FF2B5EF4-FFF2-40B4-BE49-F238E27FC236}">
                <a16:creationId xmlns="" xmlns:a16="http://schemas.microsoft.com/office/drawing/2014/main" id="{A2C9E656-F01E-FC90-5A6F-CDD8DB1516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94649384-9F84-17D6-0C4F-27B5F0F8BDDC}"/>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681706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6EEADC28-540B-C194-653B-AAF8DC1CD9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1F730006-10CE-AB83-02B5-FB2D02BE2B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ADC1A5A-5016-B154-D6A7-57561B3039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ED1E21-09B0-4CFC-A9E6-D25F38623C5D}" type="datetimeFigureOut">
              <a:rPr lang="en-US" smtClean="0"/>
              <a:t>10/28/2026</a:t>
            </a:fld>
            <a:endParaRPr lang="en-US"/>
          </a:p>
        </p:txBody>
      </p:sp>
      <p:sp>
        <p:nvSpPr>
          <p:cNvPr id="5" name="Footer Placeholder 4">
            <a:extLst>
              <a:ext uri="{FF2B5EF4-FFF2-40B4-BE49-F238E27FC236}">
                <a16:creationId xmlns="" xmlns:a16="http://schemas.microsoft.com/office/drawing/2014/main" id="{0E3FA89B-3B0A-49CC-C110-959420FD44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 xmlns:a16="http://schemas.microsoft.com/office/drawing/2014/main" id="{F318A399-98BB-D254-470B-B0C6525313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350D4B-E25F-41E3-BC3C-0BFF512318B1}" type="slidenum">
              <a:rPr lang="en-US" smtClean="0"/>
              <a:t>‹#›</a:t>
            </a:fld>
            <a:endParaRPr lang="en-US"/>
          </a:p>
        </p:txBody>
      </p:sp>
    </p:spTree>
    <p:extLst>
      <p:ext uri="{BB962C8B-B14F-4D97-AF65-F5344CB8AC3E}">
        <p14:creationId xmlns:p14="http://schemas.microsoft.com/office/powerpoint/2010/main" val="200800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9.png"/><Relationship Id="rId3" Type="http://schemas.microsoft.com/office/2007/relationships/hdphoto" Target="../media/hdphoto1.wdp"/><Relationship Id="rId7" Type="http://schemas.microsoft.com/office/2007/relationships/hdphoto" Target="../media/hdphoto3.wdp"/><Relationship Id="rId12" Type="http://schemas.microsoft.com/office/2007/relationships/hdphoto" Target="../media/hdphoto5.wdp"/><Relationship Id="rId2" Type="http://schemas.openxmlformats.org/officeDocument/2006/relationships/image" Target="../media/image3.png"/><Relationship Id="rId16" Type="http://schemas.openxmlformats.org/officeDocument/2006/relationships/image" Target="../media/image12.jp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8.png"/><Relationship Id="rId5" Type="http://schemas.microsoft.com/office/2007/relationships/hdphoto" Target="../media/hdphoto2.wdp"/><Relationship Id="rId15" Type="http://schemas.openxmlformats.org/officeDocument/2006/relationships/image" Target="../media/image11.png"/><Relationship Id="rId10" Type="http://schemas.openxmlformats.org/officeDocument/2006/relationships/image" Target="../media/image7.png"/><Relationship Id="rId4" Type="http://schemas.openxmlformats.org/officeDocument/2006/relationships/image" Target="../media/image4.png"/><Relationship Id="rId9" Type="http://schemas.microsoft.com/office/2007/relationships/hdphoto" Target="../media/hdphoto4.wdp"/><Relationship Id="rId1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07/relationships/hdphoto" Target="../media/hdphoto6.wdp"/><Relationship Id="rId7" Type="http://schemas.microsoft.com/office/2007/relationships/hdphoto" Target="../media/hdphoto8.wdp"/><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5.png"/><Relationship Id="rId5" Type="http://schemas.microsoft.com/office/2007/relationships/hdphoto" Target="../media/hdphoto7.wdp"/><Relationship Id="rId4" Type="http://schemas.openxmlformats.org/officeDocument/2006/relationships/image" Target="../media/image14.png"/><Relationship Id="rId9" Type="http://schemas.microsoft.com/office/2007/relationships/hdphoto" Target="../media/hdphoto9.wdp"/></Relationships>
</file>

<file path=ppt/slides/_rels/slide4.xml.rels><?xml version="1.0" encoding="UTF-8" standalone="yes"?>
<Relationships xmlns="http://schemas.openxmlformats.org/package/2006/relationships"><Relationship Id="rId3" Type="http://schemas.openxmlformats.org/officeDocument/2006/relationships/image" Target="../media/image17.jpg"/><Relationship Id="rId7" Type="http://schemas.openxmlformats.org/officeDocument/2006/relationships/image" Target="../media/image2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4.jpg"/><Relationship Id="rId4" Type="http://schemas.microsoft.com/office/2007/relationships/hdphoto" Target="../media/hdphoto10.wdp"/></Relationships>
</file>

<file path=ppt/slides/_rels/slide6.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25.png"/><Relationship Id="rId1" Type="http://schemas.openxmlformats.org/officeDocument/2006/relationships/slideLayout" Target="../slideLayouts/slideLayout7.xml"/><Relationship Id="rId6" Type="http://schemas.microsoft.com/office/2007/relationships/hdphoto" Target="../media/hdphoto10.wdp"/><Relationship Id="rId5" Type="http://schemas.openxmlformats.org/officeDocument/2006/relationships/image" Target="../media/image23.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28.jpg"/><Relationship Id="rId4" Type="http://schemas.microsoft.com/office/2007/relationships/hdphoto" Target="../media/hdphoto10.wd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Arrow: Pentagon 2">
            <a:extLst>
              <a:ext uri="{FF2B5EF4-FFF2-40B4-BE49-F238E27FC236}">
                <a16:creationId xmlns="" xmlns:a16="http://schemas.microsoft.com/office/drawing/2014/main" id="{F6292111-7DF6-BD07-99BB-BB6F70403C65}"/>
              </a:ext>
            </a:extLst>
          </p:cNvPr>
          <p:cNvSpPr/>
          <p:nvPr/>
        </p:nvSpPr>
        <p:spPr>
          <a:xfrm>
            <a:off x="-19050" y="0"/>
            <a:ext cx="8141111" cy="6858000"/>
          </a:xfrm>
          <a:prstGeom prst="homePlate">
            <a:avLst/>
          </a:prstGeom>
          <a:solidFill>
            <a:srgbClr val="0A2A6A">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dirty="0">
                <a:solidFill>
                  <a:schemeClr val="bg1"/>
                </a:solidFill>
                <a:latin typeface="Georgia" panose="02040502050405020303" pitchFamily="18" charset="0"/>
              </a:rPr>
              <a:t>T</a:t>
            </a:r>
            <a:r>
              <a:rPr lang="en-US" sz="4000" b="0" i="0" dirty="0">
                <a:solidFill>
                  <a:schemeClr val="bg1"/>
                </a:solidFill>
                <a:effectLst/>
                <a:latin typeface="Georgia" panose="02040502050405020303" pitchFamily="18" charset="0"/>
              </a:rPr>
              <a:t>he </a:t>
            </a:r>
            <a:r>
              <a:rPr lang="en-US" sz="4000" dirty="0">
                <a:solidFill>
                  <a:schemeClr val="bg1"/>
                </a:solidFill>
                <a:latin typeface="Georgia" panose="02040502050405020303" pitchFamily="18" charset="0"/>
              </a:rPr>
              <a:t>I</a:t>
            </a:r>
            <a:r>
              <a:rPr lang="en-US" sz="4000" b="0" i="0" dirty="0">
                <a:solidFill>
                  <a:schemeClr val="bg1"/>
                </a:solidFill>
                <a:effectLst/>
                <a:latin typeface="Georgia" panose="02040502050405020303" pitchFamily="18" charset="0"/>
              </a:rPr>
              <a:t>mpact </a:t>
            </a:r>
            <a:r>
              <a:rPr lang="en-US" sz="4000" dirty="0">
                <a:solidFill>
                  <a:schemeClr val="bg1"/>
                </a:solidFill>
                <a:latin typeface="Georgia" panose="02040502050405020303" pitchFamily="18" charset="0"/>
              </a:rPr>
              <a:t>o</a:t>
            </a:r>
            <a:r>
              <a:rPr lang="en-US" sz="4000" b="0" i="0" dirty="0">
                <a:solidFill>
                  <a:schemeClr val="bg1"/>
                </a:solidFill>
                <a:effectLst/>
                <a:latin typeface="Georgia" panose="02040502050405020303" pitchFamily="18" charset="0"/>
              </a:rPr>
              <a:t>f AI </a:t>
            </a:r>
            <a:r>
              <a:rPr lang="en-US" sz="4000" dirty="0">
                <a:solidFill>
                  <a:schemeClr val="bg1"/>
                </a:solidFill>
                <a:latin typeface="Georgia" panose="02040502050405020303" pitchFamily="18" charset="0"/>
              </a:rPr>
              <a:t>o</a:t>
            </a:r>
            <a:r>
              <a:rPr lang="en-US" sz="4000" b="0" i="0" dirty="0">
                <a:solidFill>
                  <a:schemeClr val="bg1"/>
                </a:solidFill>
                <a:effectLst/>
                <a:latin typeface="Georgia" panose="02040502050405020303" pitchFamily="18" charset="0"/>
              </a:rPr>
              <a:t>n </a:t>
            </a:r>
            <a:r>
              <a:rPr lang="en-US" sz="4000" dirty="0">
                <a:solidFill>
                  <a:schemeClr val="bg1"/>
                </a:solidFill>
                <a:latin typeface="Georgia" panose="02040502050405020303" pitchFamily="18" charset="0"/>
              </a:rPr>
              <a:t>S</a:t>
            </a:r>
            <a:r>
              <a:rPr lang="en-US" sz="4000" b="0" i="0" dirty="0">
                <a:solidFill>
                  <a:schemeClr val="bg1"/>
                </a:solidFill>
                <a:effectLst/>
                <a:latin typeface="Georgia" panose="02040502050405020303" pitchFamily="18" charset="0"/>
              </a:rPr>
              <a:t>tudent’s </a:t>
            </a:r>
            <a:r>
              <a:rPr lang="en-US" sz="4000" dirty="0">
                <a:solidFill>
                  <a:schemeClr val="bg1"/>
                </a:solidFill>
                <a:latin typeface="Georgia" panose="02040502050405020303" pitchFamily="18" charset="0"/>
              </a:rPr>
              <a:t>G</a:t>
            </a:r>
            <a:r>
              <a:rPr lang="en-US" sz="4000" b="0" i="0" dirty="0">
                <a:solidFill>
                  <a:schemeClr val="bg1"/>
                </a:solidFill>
                <a:effectLst/>
                <a:latin typeface="Georgia" panose="02040502050405020303" pitchFamily="18" charset="0"/>
              </a:rPr>
              <a:t>rades </a:t>
            </a:r>
            <a:r>
              <a:rPr lang="en-US" sz="4000" dirty="0">
                <a:solidFill>
                  <a:schemeClr val="bg1"/>
                </a:solidFill>
                <a:latin typeface="Georgia" panose="02040502050405020303" pitchFamily="18" charset="0"/>
              </a:rPr>
              <a:t>C</a:t>
            </a:r>
            <a:r>
              <a:rPr lang="en-US" sz="4000" b="0" i="0" dirty="0">
                <a:solidFill>
                  <a:schemeClr val="bg1"/>
                </a:solidFill>
                <a:effectLst/>
                <a:latin typeface="Georgia" panose="02040502050405020303" pitchFamily="18" charset="0"/>
              </a:rPr>
              <a:t>ompared to Their </a:t>
            </a:r>
            <a:r>
              <a:rPr lang="en-US" sz="4000" dirty="0">
                <a:solidFill>
                  <a:schemeClr val="bg1"/>
                </a:solidFill>
                <a:latin typeface="Georgia" panose="02040502050405020303" pitchFamily="18" charset="0"/>
              </a:rPr>
              <a:t>A</a:t>
            </a:r>
            <a:r>
              <a:rPr lang="en-US" sz="4000" b="0" i="0" dirty="0">
                <a:solidFill>
                  <a:schemeClr val="bg1"/>
                </a:solidFill>
                <a:effectLst/>
                <a:latin typeface="Georgia" panose="02040502050405020303" pitchFamily="18" charset="0"/>
              </a:rPr>
              <a:t>ctual Skills</a:t>
            </a:r>
          </a:p>
          <a:p>
            <a:pPr algn="ctr"/>
            <a:endParaRPr lang="en-US" sz="4000" dirty="0">
              <a:solidFill>
                <a:schemeClr val="bg1"/>
              </a:solidFill>
              <a:latin typeface="Britannic Bold" panose="020B0903060703020204" pitchFamily="34" charset="0"/>
            </a:endParaRPr>
          </a:p>
          <a:p>
            <a:r>
              <a:rPr lang="en-US" sz="2000" dirty="0" err="1" smtClean="0">
                <a:solidFill>
                  <a:schemeClr val="bg1"/>
                </a:solidFill>
                <a:latin typeface="Century" panose="02040604050505020304" pitchFamily="18" charset="0"/>
                <a:cs typeface="Arial" panose="020B0604020202020204" pitchFamily="34" charset="0"/>
              </a:rPr>
              <a:t>Ev</a:t>
            </a:r>
            <a:r>
              <a:rPr lang="en-US" sz="2000" dirty="0" smtClean="0">
                <a:solidFill>
                  <a:schemeClr val="bg1"/>
                </a:solidFill>
                <a:latin typeface="Century" panose="02040604050505020304" pitchFamily="18" charset="0"/>
                <a:cs typeface="Arial" panose="020B0604020202020204" pitchFamily="34" charset="0"/>
              </a:rPr>
              <a:t>(11</a:t>
            </a:r>
            <a:endParaRPr lang="en-US" sz="2000" dirty="0">
              <a:solidFill>
                <a:schemeClr val="bg1"/>
              </a:solidFill>
              <a:latin typeface="Century" panose="02040604050505020304" pitchFamily="18" charset="0"/>
              <a:cs typeface="Arial" panose="020B0604020202020204" pitchFamily="34" charset="0"/>
            </a:endParaRPr>
          </a:p>
          <a:p>
            <a:r>
              <a:rPr lang="en-US" sz="2000" dirty="0">
                <a:solidFill>
                  <a:schemeClr val="bg1"/>
                </a:solidFill>
                <a:latin typeface="Century" panose="02040604050505020304" pitchFamily="18" charset="0"/>
                <a:cs typeface="Arial" panose="020B0604020202020204" pitchFamily="34" charset="0"/>
              </a:rPr>
              <a:t>Judika Ompusunggu (11S25044)</a:t>
            </a:r>
          </a:p>
        </p:txBody>
      </p:sp>
      <p:pic>
        <p:nvPicPr>
          <p:cNvPr id="7" name="Picture 6">
            <a:extLst>
              <a:ext uri="{FF2B5EF4-FFF2-40B4-BE49-F238E27FC236}">
                <a16:creationId xmlns="" xmlns:a16="http://schemas.microsoft.com/office/drawing/2014/main" id="{8D5D34CD-3A80-755B-AAE2-DA8C0137EA79}"/>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r="64355"/>
          <a:stretch/>
        </p:blipFill>
        <p:spPr>
          <a:xfrm>
            <a:off x="10618839" y="-101764"/>
            <a:ext cx="1573161" cy="1787424"/>
          </a:xfrm>
          <a:prstGeom prst="rect">
            <a:avLst/>
          </a:prstGeom>
        </p:spPr>
      </p:pic>
    </p:spTree>
    <p:extLst>
      <p:ext uri="{BB962C8B-B14F-4D97-AF65-F5344CB8AC3E}">
        <p14:creationId xmlns:p14="http://schemas.microsoft.com/office/powerpoint/2010/main" val="366682652"/>
      </p:ext>
    </p:extLst>
  </p:cSld>
  <p:clrMapOvr>
    <a:masterClrMapping/>
  </p:clrMapOvr>
  <p:transition spd="slow">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49"/>
          <p:cNvSpPr/>
          <p:nvPr/>
        </p:nvSpPr>
        <p:spPr>
          <a:xfrm>
            <a:off x="10200279" y="5086978"/>
            <a:ext cx="2529844" cy="2504456"/>
          </a:xfrm>
          <a:prstGeom prst="ellipse">
            <a:avLst/>
          </a:prstGeom>
          <a:solidFill>
            <a:schemeClr val="tx2">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10655266" y="5544547"/>
            <a:ext cx="1915555" cy="1822813"/>
          </a:xfrm>
          <a:prstGeom prst="ellipse">
            <a:avLst/>
          </a:prstGeom>
          <a:solidFill>
            <a:schemeClr val="accent1">
              <a:lumMod val="60000"/>
              <a:lumOff val="40000"/>
              <a:alpha val="7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Parallelogram 33"/>
          <p:cNvSpPr/>
          <p:nvPr/>
        </p:nvSpPr>
        <p:spPr>
          <a:xfrm>
            <a:off x="-130976" y="5458816"/>
            <a:ext cx="5270868" cy="341932"/>
          </a:xfrm>
          <a:prstGeom prst="parallelogram">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p:cNvSpPr/>
          <p:nvPr/>
        </p:nvSpPr>
        <p:spPr>
          <a:xfrm>
            <a:off x="-183921" y="4916012"/>
            <a:ext cx="3326498" cy="341932"/>
          </a:xfrm>
          <a:prstGeom prst="parallelogram">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p:cNvSpPr/>
          <p:nvPr/>
        </p:nvSpPr>
        <p:spPr>
          <a:xfrm>
            <a:off x="-130975" y="4387566"/>
            <a:ext cx="2859103" cy="341932"/>
          </a:xfrm>
          <a:prstGeom prst="parallelogram">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Parallelogram 30"/>
          <p:cNvSpPr/>
          <p:nvPr/>
        </p:nvSpPr>
        <p:spPr>
          <a:xfrm>
            <a:off x="-154004" y="3836564"/>
            <a:ext cx="2356700" cy="341932"/>
          </a:xfrm>
          <a:prstGeom prst="parallelogram">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0" y="-77492"/>
            <a:ext cx="12192000" cy="3564611"/>
          </a:xfrm>
          <a:prstGeom prst="rect">
            <a:avLst/>
          </a:prstGeom>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foregroundMark x1="26786" y1="55556" x2="26786" y2="55556"/>
                        <a14:foregroundMark x1="21429" y1="50855" x2="21429" y2="50855"/>
                      </a14:backgroundRemoval>
                    </a14:imgEffect>
                  </a14:imgLayer>
                </a14:imgProps>
              </a:ext>
              <a:ext uri="{28A0092B-C50C-407E-A947-70E740481C1C}">
                <a14:useLocalDpi xmlns:a14="http://schemas.microsoft.com/office/drawing/2010/main" val="0"/>
              </a:ext>
            </a:extLst>
          </a:blip>
          <a:srcRect l="9218" t="20241" r="54047" b="20046"/>
          <a:stretch/>
        </p:blipFill>
        <p:spPr>
          <a:xfrm>
            <a:off x="1074719" y="1150749"/>
            <a:ext cx="1828800" cy="1774556"/>
          </a:xfrm>
          <a:prstGeom prst="rect">
            <a:avLst/>
          </a:prstGeom>
        </p:spPr>
      </p:pic>
      <p:sp>
        <p:nvSpPr>
          <p:cNvPr id="6" name="Rectangle 5"/>
          <p:cNvSpPr/>
          <p:nvPr/>
        </p:nvSpPr>
        <p:spPr>
          <a:xfrm>
            <a:off x="1284124" y="2783292"/>
            <a:ext cx="1615806" cy="461665"/>
          </a:xfrm>
          <a:prstGeom prst="rect">
            <a:avLst/>
          </a:prstGeom>
        </p:spPr>
        <p:txBody>
          <a:bodyPr wrap="square">
            <a:spAutoFit/>
          </a:bodyPr>
          <a:lstStyle/>
          <a:p>
            <a:r>
              <a:rPr lang="en-ID" sz="2400" dirty="0" err="1">
                <a:solidFill>
                  <a:schemeClr val="bg1"/>
                </a:solidFill>
                <a:latin typeface="Cooper Black" panose="0208090404030B020404" pitchFamily="18" charset="0"/>
              </a:rPr>
              <a:t>ChatGpt</a:t>
            </a:r>
            <a:endParaRPr lang="en-US" sz="2400" dirty="0">
              <a:solidFill>
                <a:schemeClr val="bg1"/>
              </a:solidFill>
              <a:latin typeface="Cooper Black" panose="0208090404030B020404" pitchFamily="18" charset="0"/>
            </a:endParaRPr>
          </a:p>
        </p:txBody>
      </p:sp>
      <p:sp>
        <p:nvSpPr>
          <p:cNvPr id="7" name="Oval 6"/>
          <p:cNvSpPr/>
          <p:nvPr/>
        </p:nvSpPr>
        <p:spPr>
          <a:xfrm>
            <a:off x="1266878" y="1309607"/>
            <a:ext cx="1518833" cy="1456840"/>
          </a:xfrm>
          <a:prstGeom prst="ellipse">
            <a:avLst/>
          </a:pr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9961" b="89941" l="9961" r="91797">
                        <a14:foregroundMark x1="41113" y1="41797" x2="41113" y2="41797"/>
                        <a14:foregroundMark x1="54199" y1="48242" x2="54199" y2="48242"/>
                        <a14:foregroundMark x1="42480" y1="47852" x2="42480" y2="47852"/>
                        <a14:foregroundMark x1="57715" y1="37598" x2="57715" y2="37598"/>
                        <a14:foregroundMark x1="32910" y1="33301" x2="32910" y2="33301"/>
                        <a14:foregroundMark x1="35449" y1="42871" x2="35449" y2="42871"/>
                        <a14:foregroundMark x1="38965" y1="34082" x2="38965" y2="34082"/>
                        <a14:foregroundMark x1="45996" y1="37598" x2="45996" y2="37598"/>
                        <a14:foregroundMark x1="51758" y1="45703" x2="51758" y2="45703"/>
                        <a14:foregroundMark x1="41113" y1="62012" x2="41113" y2="62012"/>
                        <a14:foregroundMark x1="30469" y1="62402" x2="30469" y2="62402"/>
                        <a14:foregroundMark x1="19043" y1="63867" x2="19043" y2="63867"/>
                        <a14:foregroundMark x1="15918" y1="61328" x2="15918" y2="61328"/>
                        <a14:foregroundMark x1="58105" y1="64160" x2="58105" y2="64160"/>
                        <a14:foregroundMark x1="67285" y1="66992" x2="67285" y2="66992"/>
                        <a14:foregroundMark x1="74805" y1="64160" x2="74805" y2="64160"/>
                        <a14:foregroundMark x1="85449" y1="61719" x2="85449" y2="61719"/>
                        <a14:foregroundMark x1="91797" y1="66992" x2="91797" y2="66992"/>
                      </a14:backgroundRemoval>
                    </a14:imgEffect>
                  </a14:imgLayer>
                </a14:imgProps>
              </a:ext>
              <a:ext uri="{28A0092B-C50C-407E-A947-70E740481C1C}">
                <a14:useLocalDpi xmlns:a14="http://schemas.microsoft.com/office/drawing/2010/main" val="0"/>
              </a:ext>
            </a:extLst>
          </a:blip>
          <a:srcRect l="28368" t="18928" r="23405" b="44547"/>
          <a:stretch/>
        </p:blipFill>
        <p:spPr>
          <a:xfrm>
            <a:off x="3708263" y="1639915"/>
            <a:ext cx="1053885" cy="798163"/>
          </a:xfrm>
          <a:prstGeom prst="rect">
            <a:avLst/>
          </a:prstGeom>
        </p:spPr>
      </p:pic>
      <p:pic>
        <p:nvPicPr>
          <p:cNvPr id="9" name="Picture 8"/>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9961" b="89941" l="9961" r="91797">
                        <a14:foregroundMark x1="41113" y1="41797" x2="41113" y2="41797"/>
                        <a14:foregroundMark x1="54199" y1="48242" x2="54199" y2="48242"/>
                        <a14:foregroundMark x1="42480" y1="47852" x2="42480" y2="47852"/>
                        <a14:foregroundMark x1="57715" y1="37598" x2="57715" y2="37598"/>
                        <a14:foregroundMark x1="32910" y1="33301" x2="32910" y2="33301"/>
                        <a14:foregroundMark x1="35449" y1="42871" x2="35449" y2="42871"/>
                        <a14:foregroundMark x1="38965" y1="34082" x2="38965" y2="34082"/>
                        <a14:foregroundMark x1="45996" y1="37598" x2="45996" y2="37598"/>
                        <a14:foregroundMark x1="51758" y1="45703" x2="51758" y2="45703"/>
                        <a14:foregroundMark x1="41113" y1="62012" x2="41113" y2="62012"/>
                        <a14:foregroundMark x1="30469" y1="62402" x2="30469" y2="62402"/>
                        <a14:foregroundMark x1="19043" y1="63867" x2="19043" y2="63867"/>
                        <a14:foregroundMark x1="15918" y1="61328" x2="15918" y2="61328"/>
                        <a14:foregroundMark x1="58105" y1="64160" x2="58105" y2="64160"/>
                        <a14:foregroundMark x1="67285" y1="66992" x2="67285" y2="66992"/>
                        <a14:foregroundMark x1="74805" y1="64160" x2="74805" y2="64160"/>
                        <a14:foregroundMark x1="85449" y1="61719" x2="85449" y2="61719"/>
                        <a14:foregroundMark x1="91797" y1="66992" x2="91797" y2="66992"/>
                      </a14:backgroundRemoval>
                    </a14:imgEffect>
                  </a14:imgLayer>
                </a14:imgProps>
              </a:ext>
              <a:ext uri="{28A0092B-C50C-407E-A947-70E740481C1C}">
                <a14:useLocalDpi xmlns:a14="http://schemas.microsoft.com/office/drawing/2010/main" val="0"/>
              </a:ext>
            </a:extLst>
          </a:blip>
          <a:srcRect t="53723" b="27837"/>
          <a:stretch/>
        </p:blipFill>
        <p:spPr>
          <a:xfrm>
            <a:off x="3142576" y="2842001"/>
            <a:ext cx="2185261" cy="402956"/>
          </a:xfrm>
          <a:prstGeom prst="rect">
            <a:avLst/>
          </a:prstGeom>
        </p:spPr>
      </p:pic>
      <p:sp>
        <p:nvSpPr>
          <p:cNvPr id="10" name="Oval 9"/>
          <p:cNvSpPr/>
          <p:nvPr/>
        </p:nvSpPr>
        <p:spPr>
          <a:xfrm>
            <a:off x="3475788" y="1309607"/>
            <a:ext cx="1518833" cy="1456840"/>
          </a:xfrm>
          <a:prstGeom prst="ellipse">
            <a:avLst/>
          </a:pr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rotWithShape="1">
          <a:blip r:embed="rId8" cstate="print">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l="30267" t="11599" r="29733" b="26852"/>
          <a:stretch/>
        </p:blipFill>
        <p:spPr>
          <a:xfrm>
            <a:off x="5715751" y="1542412"/>
            <a:ext cx="1000760" cy="991229"/>
          </a:xfrm>
          <a:prstGeom prst="rect">
            <a:avLst/>
          </a:prstGeom>
        </p:spPr>
      </p:pic>
      <p:sp>
        <p:nvSpPr>
          <p:cNvPr id="11" name="Oval 10"/>
          <p:cNvSpPr/>
          <p:nvPr/>
        </p:nvSpPr>
        <p:spPr>
          <a:xfrm>
            <a:off x="5456715" y="1309607"/>
            <a:ext cx="1518833" cy="1456840"/>
          </a:xfrm>
          <a:prstGeom prst="ellipse">
            <a:avLst/>
          </a:pr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rotWithShape="1">
          <a:blip r:embed="rId10">
            <a:extLst>
              <a:ext uri="{BEBA8EAE-BF5A-486C-A8C5-ECC9F3942E4B}">
                <a14:imgProps xmlns:a14="http://schemas.microsoft.com/office/drawing/2010/main">
                  <a14:imgLayer r:embed="rId9">
                    <a14:imgEffect>
                      <a14:backgroundRemoval t="81556" b="94000" l="15571" r="34857">
                        <a14:foregroundMark x1="18571" y1="85111" x2="18571" y2="85111"/>
                        <a14:foregroundMark x1="23143" y1="88222" x2="23143" y2="88222"/>
                        <a14:foregroundMark x1="24571" y1="88222" x2="24571" y2="88222"/>
                        <a14:foregroundMark x1="26714" y1="88889" x2="26714" y2="88889"/>
                        <a14:foregroundMark x1="28857" y1="88222" x2="28857" y2="88222"/>
                        <a14:foregroundMark x1="30143" y1="87556" x2="30143" y2="87556"/>
                        <a14:foregroundMark x1="30143" y1="85111" x2="30143" y2="85111"/>
                        <a14:foregroundMark x1="31143" y1="87778" x2="31143" y2="87778"/>
                        <a14:foregroundMark x1="34857" y1="90000" x2="34857" y2="90000"/>
                        <a14:foregroundMark x1="34143" y1="84000" x2="34143" y2="84000"/>
                        <a14:backgroundMark x1="22143" y1="90000" x2="22143" y2="90000"/>
                        <a14:backgroundMark x1="22000" y1="88000" x2="22000" y2="88000"/>
                      </a14:backgroundRemoval>
                    </a14:imgEffect>
                  </a14:imgLayer>
                </a14:imgProps>
              </a:ext>
              <a:ext uri="{28A0092B-C50C-407E-A947-70E740481C1C}">
                <a14:useLocalDpi xmlns:a14="http://schemas.microsoft.com/office/drawing/2010/main" val="0"/>
              </a:ext>
            </a:extLst>
          </a:blip>
          <a:srcRect l="13276" t="80222" r="62953" b="4371"/>
          <a:stretch/>
        </p:blipFill>
        <p:spPr>
          <a:xfrm>
            <a:off x="5658128" y="2816093"/>
            <a:ext cx="1091448" cy="454771"/>
          </a:xfrm>
          <a:prstGeom prst="rect">
            <a:avLst/>
          </a:prstGeom>
        </p:spPr>
      </p:pic>
      <p:pic>
        <p:nvPicPr>
          <p:cNvPr id="12" name="Picture 11"/>
          <p:cNvPicPr>
            <a:picLocks noChangeAspect="1"/>
          </p:cNvPicPr>
          <p:nvPr/>
        </p:nvPicPr>
        <p:blipFill rotWithShape="1">
          <a:blip r:embed="rId11" cstate="print">
            <a:extLst>
              <a:ext uri="{BEBA8EAE-BF5A-486C-A8C5-ECC9F3942E4B}">
                <a14:imgProps xmlns:a14="http://schemas.microsoft.com/office/drawing/2010/main">
                  <a14:imgLayer r:embed="rId12">
                    <a14:imgEffect>
                      <a14:backgroundRemoval t="10000" b="90000" l="10000" r="90000"/>
                    </a14:imgEffect>
                  </a14:imgLayer>
                </a14:imgProps>
              </a:ext>
              <a:ext uri="{28A0092B-C50C-407E-A947-70E740481C1C}">
                <a14:useLocalDpi xmlns:a14="http://schemas.microsoft.com/office/drawing/2010/main" val="0"/>
              </a:ext>
            </a:extLst>
          </a:blip>
          <a:srcRect l="35462" t="9156" r="37348" b="41012"/>
          <a:stretch/>
        </p:blipFill>
        <p:spPr>
          <a:xfrm>
            <a:off x="7840099" y="1511505"/>
            <a:ext cx="991481" cy="1022136"/>
          </a:xfrm>
          <a:prstGeom prst="rect">
            <a:avLst/>
          </a:prstGeom>
        </p:spPr>
      </p:pic>
      <p:sp>
        <p:nvSpPr>
          <p:cNvPr id="13" name="Oval 12"/>
          <p:cNvSpPr/>
          <p:nvPr/>
        </p:nvSpPr>
        <p:spPr>
          <a:xfrm>
            <a:off x="7574958" y="1309607"/>
            <a:ext cx="1518833" cy="1456840"/>
          </a:xfrm>
          <a:prstGeom prst="ellipse">
            <a:avLst/>
          </a:pr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p:nvPicPr>
        <p:blipFill rotWithShape="1">
          <a:blip r:embed="rId13" cstate="print">
            <a:extLst>
              <a:ext uri="{BEBA8EAE-BF5A-486C-A8C5-ECC9F3942E4B}">
                <a14:imgProps xmlns:a14="http://schemas.microsoft.com/office/drawing/2010/main">
                  <a14:imgLayer r:embed="rId12">
                    <a14:imgEffect>
                      <a14:backgroundRemoval t="63889" b="81204" l="31823" r="68958">
                        <a14:foregroundMark x1="45052" y1="72315" x2="45052" y2="72315"/>
                        <a14:foregroundMark x1="47552" y1="71944" x2="47552" y2="71944"/>
                        <a14:foregroundMark x1="50625" y1="72222" x2="50625" y2="72222"/>
                        <a14:foregroundMark x1="59948" y1="73704" x2="59948" y2="73704"/>
                        <a14:foregroundMark x1="63958" y1="73241" x2="63958" y2="73241"/>
                      </a14:backgroundRemoval>
                    </a14:imgEffect>
                    <a14:imgEffect>
                      <a14:brightnessContrast bright="100000"/>
                    </a14:imgEffect>
                  </a14:imgLayer>
                </a14:imgProps>
              </a:ext>
              <a:ext uri="{28A0092B-C50C-407E-A947-70E740481C1C}">
                <a14:useLocalDpi xmlns:a14="http://schemas.microsoft.com/office/drawing/2010/main" val="0"/>
              </a:ext>
            </a:extLst>
          </a:blip>
          <a:srcRect l="32197" t="63300" r="33485" b="17037"/>
          <a:stretch/>
        </p:blipFill>
        <p:spPr>
          <a:xfrm>
            <a:off x="7840099" y="2916011"/>
            <a:ext cx="1101020" cy="354853"/>
          </a:xfrm>
          <a:prstGeom prst="rect">
            <a:avLst/>
          </a:prstGeom>
        </p:spPr>
      </p:pic>
      <p:pic>
        <p:nvPicPr>
          <p:cNvPr id="15" name="Picture 14"/>
          <p:cNvPicPr>
            <a:picLocks noChangeAspect="1"/>
          </p:cNvPicPr>
          <p:nvPr/>
        </p:nvPicPr>
        <p:blipFill rotWithShape="1">
          <a:blip r:embed="rId14" cstate="print">
            <a:extLst>
              <a:ext uri="{28A0092B-C50C-407E-A947-70E740481C1C}">
                <a14:useLocalDpi xmlns:a14="http://schemas.microsoft.com/office/drawing/2010/main" val="0"/>
              </a:ext>
            </a:extLst>
          </a:blip>
          <a:srcRect l="76" t="-705" r="77576" b="705"/>
          <a:stretch/>
        </p:blipFill>
        <p:spPr>
          <a:xfrm>
            <a:off x="9693201" y="1542412"/>
            <a:ext cx="1171251" cy="1127922"/>
          </a:xfrm>
          <a:prstGeom prst="rect">
            <a:avLst/>
          </a:prstGeom>
        </p:spPr>
      </p:pic>
      <p:sp>
        <p:nvSpPr>
          <p:cNvPr id="16" name="Oval 15"/>
          <p:cNvSpPr/>
          <p:nvPr/>
        </p:nvSpPr>
        <p:spPr>
          <a:xfrm>
            <a:off x="9521686" y="1377953"/>
            <a:ext cx="1518833" cy="1456840"/>
          </a:xfrm>
          <a:prstGeom prst="ellipse">
            <a:avLst/>
          </a:pr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rotWithShape="1">
          <a:blip r:embed="rId15" cstate="print">
            <a:lum bright="70000" contrast="-70000"/>
            <a:extLst>
              <a:ext uri="{28A0092B-C50C-407E-A947-70E740481C1C}">
                <a14:useLocalDpi xmlns:a14="http://schemas.microsoft.com/office/drawing/2010/main" val="0"/>
              </a:ext>
            </a:extLst>
          </a:blip>
          <a:srcRect l="24848"/>
          <a:stretch/>
        </p:blipFill>
        <p:spPr>
          <a:xfrm>
            <a:off x="9693201" y="2925305"/>
            <a:ext cx="1208903" cy="346203"/>
          </a:xfrm>
          <a:prstGeom prst="rect">
            <a:avLst/>
          </a:prstGeom>
        </p:spPr>
      </p:pic>
      <p:sp>
        <p:nvSpPr>
          <p:cNvPr id="20" name="Rectangle 19"/>
          <p:cNvSpPr/>
          <p:nvPr/>
        </p:nvSpPr>
        <p:spPr>
          <a:xfrm>
            <a:off x="1266878" y="181252"/>
            <a:ext cx="9543522" cy="646331"/>
          </a:xfrm>
          <a:prstGeom prst="rect">
            <a:avLst/>
          </a:prstGeom>
        </p:spPr>
        <p:txBody>
          <a:bodyPr wrap="square">
            <a:spAutoFit/>
          </a:bodyPr>
          <a:lstStyle/>
          <a:p>
            <a:r>
              <a:rPr lang="en-ID" sz="3600" dirty="0">
                <a:solidFill>
                  <a:schemeClr val="bg1"/>
                </a:solidFill>
                <a:latin typeface="Bodoni MT Black" panose="02070A03080606020203" pitchFamily="18" charset="0"/>
                <a:ea typeface="Arial Unicode MS" panose="020B0604020202020204" pitchFamily="34" charset="-128"/>
                <a:cs typeface="Arial Unicode MS" panose="020B0604020202020204" pitchFamily="34" charset="-128"/>
              </a:rPr>
              <a:t>How Student use AI in Daily Learning?</a:t>
            </a:r>
            <a:endParaRPr lang="en-US" sz="3600" dirty="0">
              <a:solidFill>
                <a:schemeClr val="bg1"/>
              </a:solidFill>
              <a:latin typeface="Bodoni MT Black" panose="02070A03080606020203" pitchFamily="18" charset="0"/>
              <a:ea typeface="Arial Unicode MS" panose="020B0604020202020204" pitchFamily="34" charset="-128"/>
              <a:cs typeface="Arial Unicode MS" panose="020B0604020202020204" pitchFamily="34" charset="-128"/>
            </a:endParaRPr>
          </a:p>
        </p:txBody>
      </p:sp>
      <p:sp>
        <p:nvSpPr>
          <p:cNvPr id="22" name="Rectangle 21"/>
          <p:cNvSpPr/>
          <p:nvPr/>
        </p:nvSpPr>
        <p:spPr>
          <a:xfrm>
            <a:off x="206925" y="4337610"/>
            <a:ext cx="2521203" cy="369332"/>
          </a:xfrm>
          <a:prstGeom prst="rect">
            <a:avLst/>
          </a:prstGeom>
        </p:spPr>
        <p:txBody>
          <a:bodyPr wrap="square">
            <a:spAutoFit/>
          </a:bodyPr>
          <a:lstStyle/>
          <a:p>
            <a:pPr marL="285750" indent="-285750">
              <a:buFont typeface="Arial" panose="020B0604020202020204" pitchFamily="34" charset="0"/>
              <a:buChar char="•"/>
            </a:pPr>
            <a:r>
              <a:rPr lang="en-ID" dirty="0">
                <a:solidFill>
                  <a:schemeClr val="bg1"/>
                </a:solidFill>
                <a:latin typeface="Palatino Linotype" panose="02040502050505030304" pitchFamily="18" charset="0"/>
              </a:rPr>
              <a:t>To Do Assignments </a:t>
            </a:r>
            <a:endParaRPr lang="en-US" dirty="0">
              <a:solidFill>
                <a:schemeClr val="bg1"/>
              </a:solidFill>
              <a:latin typeface="Palatino Linotype" panose="02040502050505030304" pitchFamily="18" charset="0"/>
            </a:endParaRPr>
          </a:p>
        </p:txBody>
      </p:sp>
      <p:pic>
        <p:nvPicPr>
          <p:cNvPr id="23" name="Picture 2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821119" y="3487119"/>
            <a:ext cx="3370881" cy="3370881"/>
          </a:xfrm>
          <a:prstGeom prst="rect">
            <a:avLst/>
          </a:prstGeom>
        </p:spPr>
      </p:pic>
      <p:sp>
        <p:nvSpPr>
          <p:cNvPr id="24" name="Rectangle 23"/>
          <p:cNvSpPr/>
          <p:nvPr/>
        </p:nvSpPr>
        <p:spPr>
          <a:xfrm>
            <a:off x="206925" y="4902970"/>
            <a:ext cx="2996333" cy="369332"/>
          </a:xfrm>
          <a:prstGeom prst="rect">
            <a:avLst/>
          </a:prstGeom>
        </p:spPr>
        <p:txBody>
          <a:bodyPr wrap="none">
            <a:spAutoFit/>
          </a:bodyPr>
          <a:lstStyle/>
          <a:p>
            <a:pPr marL="285750" indent="-285750">
              <a:buFont typeface="Arial" panose="020B0604020202020204" pitchFamily="34" charset="0"/>
              <a:buChar char="•"/>
            </a:pPr>
            <a:r>
              <a:rPr lang="en-ID" dirty="0">
                <a:solidFill>
                  <a:schemeClr val="bg1"/>
                </a:solidFill>
                <a:latin typeface="Palatino Linotype" panose="02040502050505030304" pitchFamily="18" charset="0"/>
              </a:rPr>
              <a:t>Summarize the Material </a:t>
            </a:r>
            <a:endParaRPr lang="en-US" dirty="0">
              <a:solidFill>
                <a:schemeClr val="bg1"/>
              </a:solidFill>
              <a:latin typeface="Palatino Linotype" panose="02040502050505030304" pitchFamily="18" charset="0"/>
            </a:endParaRPr>
          </a:p>
        </p:txBody>
      </p:sp>
      <p:sp>
        <p:nvSpPr>
          <p:cNvPr id="25" name="Rectangle 24"/>
          <p:cNvSpPr/>
          <p:nvPr/>
        </p:nvSpPr>
        <p:spPr>
          <a:xfrm>
            <a:off x="225167" y="3809164"/>
            <a:ext cx="1977529" cy="369332"/>
          </a:xfrm>
          <a:prstGeom prst="rect">
            <a:avLst/>
          </a:prstGeom>
        </p:spPr>
        <p:txBody>
          <a:bodyPr wrap="none">
            <a:spAutoFit/>
          </a:bodyPr>
          <a:lstStyle/>
          <a:p>
            <a:pPr marL="285750" indent="-285750">
              <a:buFont typeface="Arial" panose="020B0604020202020204" pitchFamily="34" charset="0"/>
              <a:buChar char="•"/>
            </a:pPr>
            <a:r>
              <a:rPr lang="en-ID" dirty="0">
                <a:solidFill>
                  <a:schemeClr val="bg1"/>
                </a:solidFill>
                <a:latin typeface="Palatino Linotype" panose="02040502050505030304" pitchFamily="18" charset="0"/>
              </a:rPr>
              <a:t>Write an Essay</a:t>
            </a:r>
            <a:endParaRPr lang="en-US" dirty="0">
              <a:solidFill>
                <a:schemeClr val="bg1"/>
              </a:solidFill>
              <a:latin typeface="Palatino Linotype" panose="02040502050505030304" pitchFamily="18" charset="0"/>
            </a:endParaRPr>
          </a:p>
        </p:txBody>
      </p:sp>
      <p:sp>
        <p:nvSpPr>
          <p:cNvPr id="26" name="Rectangle 25"/>
          <p:cNvSpPr/>
          <p:nvPr/>
        </p:nvSpPr>
        <p:spPr>
          <a:xfrm>
            <a:off x="206925" y="5458816"/>
            <a:ext cx="5249790" cy="369332"/>
          </a:xfrm>
          <a:prstGeom prst="rect">
            <a:avLst/>
          </a:prstGeom>
        </p:spPr>
        <p:txBody>
          <a:bodyPr wrap="square">
            <a:spAutoFit/>
          </a:bodyPr>
          <a:lstStyle/>
          <a:p>
            <a:pPr marL="285750" indent="-285750">
              <a:buFont typeface="Arial" panose="020B0604020202020204" pitchFamily="34" charset="0"/>
              <a:buChar char="•"/>
            </a:pPr>
            <a:r>
              <a:rPr lang="en-ID" dirty="0">
                <a:solidFill>
                  <a:schemeClr val="bg1"/>
                </a:solidFill>
                <a:latin typeface="Palatino Linotype" panose="02040502050505030304" pitchFamily="18" charset="0"/>
                <a:ea typeface="Cascadia Code" panose="020B0609020000020004" pitchFamily="49" charset="0"/>
                <a:cs typeface="Cascadia Code" panose="020B0609020000020004" pitchFamily="49" charset="0"/>
              </a:rPr>
              <a:t>Ask Questions That They Don’t Understand  </a:t>
            </a:r>
            <a:endParaRPr lang="en-US" dirty="0">
              <a:solidFill>
                <a:schemeClr val="bg1"/>
              </a:solidFill>
              <a:latin typeface="Palatino Linotype" panose="02040502050505030304" pitchFamily="18" charset="0"/>
              <a:ea typeface="Cascadia Code" panose="020B0609020000020004" pitchFamily="49" charset="0"/>
              <a:cs typeface="Cascadia Code" panose="020B0609020000020004" pitchFamily="49" charset="0"/>
            </a:endParaRPr>
          </a:p>
        </p:txBody>
      </p:sp>
      <p:sp>
        <p:nvSpPr>
          <p:cNvPr id="35" name="Rounded Rectangle 34"/>
          <p:cNvSpPr/>
          <p:nvPr/>
        </p:nvSpPr>
        <p:spPr>
          <a:xfrm rot="18980827">
            <a:off x="11638310" y="-873608"/>
            <a:ext cx="583908" cy="214778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p:cNvGrpSpPr/>
          <p:nvPr/>
        </p:nvGrpSpPr>
        <p:grpSpPr>
          <a:xfrm>
            <a:off x="-260575" y="-344659"/>
            <a:ext cx="1443789" cy="1415851"/>
            <a:chOff x="-260575" y="-344659"/>
            <a:chExt cx="1443789" cy="1415851"/>
          </a:xfrm>
        </p:grpSpPr>
        <p:sp>
          <p:nvSpPr>
            <p:cNvPr id="18" name="Oval 17"/>
            <p:cNvSpPr/>
            <p:nvPr/>
          </p:nvSpPr>
          <p:spPr>
            <a:xfrm>
              <a:off x="-260575" y="-344659"/>
              <a:ext cx="1443789" cy="1415851"/>
            </a:xfrm>
            <a:prstGeom prst="ellipse">
              <a:avLst/>
            </a:prstGeom>
            <a:solidFill>
              <a:schemeClr val="bg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130975" y="-264006"/>
              <a:ext cx="1116522" cy="1110885"/>
            </a:xfrm>
            <a:prstGeom prst="ellipse">
              <a:avLst/>
            </a:prstGeom>
            <a:solidFill>
              <a:schemeClr val="bg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p:cNvSpPr/>
          <p:nvPr/>
        </p:nvSpPr>
        <p:spPr>
          <a:xfrm>
            <a:off x="0" y="3378467"/>
            <a:ext cx="5139892" cy="1086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7" name="Rectangle 36"/>
          <p:cNvSpPr/>
          <p:nvPr/>
        </p:nvSpPr>
        <p:spPr>
          <a:xfrm>
            <a:off x="5138934" y="3378956"/>
            <a:ext cx="7053066" cy="1086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pSp>
        <p:nvGrpSpPr>
          <p:cNvPr id="21" name="Group 20"/>
          <p:cNvGrpSpPr/>
          <p:nvPr/>
        </p:nvGrpSpPr>
        <p:grpSpPr>
          <a:xfrm>
            <a:off x="-1050516" y="5859681"/>
            <a:ext cx="2529844" cy="2504456"/>
            <a:chOff x="-1050516" y="5859681"/>
            <a:chExt cx="2529844" cy="2504456"/>
          </a:xfrm>
        </p:grpSpPr>
        <p:sp>
          <p:nvSpPr>
            <p:cNvPr id="52" name="Oval 51"/>
            <p:cNvSpPr/>
            <p:nvPr/>
          </p:nvSpPr>
          <p:spPr>
            <a:xfrm>
              <a:off x="-1050516" y="5859681"/>
              <a:ext cx="2529844" cy="2504456"/>
            </a:xfrm>
            <a:prstGeom prst="ellipse">
              <a:avLst/>
            </a:prstGeom>
            <a:solidFill>
              <a:schemeClr val="tx2">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840836" y="6200503"/>
              <a:ext cx="1915555" cy="1822813"/>
            </a:xfrm>
            <a:prstGeom prst="ellipse">
              <a:avLst/>
            </a:prstGeom>
            <a:solidFill>
              <a:schemeClr val="accent1">
                <a:lumMod val="60000"/>
                <a:lumOff val="40000"/>
                <a:alpha val="7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41038969"/>
      </p:ext>
    </p:extLst>
  </p:cSld>
  <p:clrMapOvr>
    <a:masterClrMapping/>
  </p:clrMapOvr>
  <p:transition spd="slow">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anim calcmode="lin" valueType="num">
                                      <p:cBhvr>
                                        <p:cTn id="13" dur="500" fill="hold"/>
                                        <p:tgtEl>
                                          <p:spTgt spid="10"/>
                                        </p:tgtEl>
                                        <p:attrNameLst>
                                          <p:attrName>ppt_x</p:attrName>
                                        </p:attrNameLst>
                                      </p:cBhvr>
                                      <p:tavLst>
                                        <p:tav tm="0">
                                          <p:val>
                                            <p:strVal val="#ppt_x"/>
                                          </p:val>
                                        </p:tav>
                                        <p:tav tm="100000">
                                          <p:val>
                                            <p:strVal val="#ppt_x"/>
                                          </p:val>
                                        </p:tav>
                                      </p:tavLst>
                                    </p:anim>
                                    <p:anim calcmode="lin" valueType="num">
                                      <p:cBhvr>
                                        <p:cTn id="14" dur="5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anim calcmode="lin" valueType="num">
                                      <p:cBhvr>
                                        <p:cTn id="23" dur="500" fill="hold"/>
                                        <p:tgtEl>
                                          <p:spTgt spid="13"/>
                                        </p:tgtEl>
                                        <p:attrNameLst>
                                          <p:attrName>ppt_x</p:attrName>
                                        </p:attrNameLst>
                                      </p:cBhvr>
                                      <p:tavLst>
                                        <p:tav tm="0">
                                          <p:val>
                                            <p:strVal val="#ppt_x"/>
                                          </p:val>
                                        </p:tav>
                                        <p:tav tm="100000">
                                          <p:val>
                                            <p:strVal val="#ppt_x"/>
                                          </p:val>
                                        </p:tav>
                                      </p:tavLst>
                                    </p:anim>
                                    <p:anim calcmode="lin" valueType="num">
                                      <p:cBhvr>
                                        <p:cTn id="24" dur="50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anim calcmode="lin" valueType="num">
                                      <p:cBhvr>
                                        <p:cTn id="28" dur="500" fill="hold"/>
                                        <p:tgtEl>
                                          <p:spTgt spid="16"/>
                                        </p:tgtEl>
                                        <p:attrNameLst>
                                          <p:attrName>ppt_x</p:attrName>
                                        </p:attrNameLst>
                                      </p:cBhvr>
                                      <p:tavLst>
                                        <p:tav tm="0">
                                          <p:val>
                                            <p:strVal val="#ppt_x"/>
                                          </p:val>
                                        </p:tav>
                                        <p:tav tm="100000">
                                          <p:val>
                                            <p:strVal val="#ppt_x"/>
                                          </p:val>
                                        </p:tav>
                                      </p:tavLst>
                                    </p:anim>
                                    <p:anim calcmode="lin" valueType="num">
                                      <p:cBhvr>
                                        <p:cTn id="29" dur="500" fill="hold"/>
                                        <p:tgtEl>
                                          <p:spTgt spid="16"/>
                                        </p:tgtEl>
                                        <p:attrNameLst>
                                          <p:attrName>ppt_y</p:attrName>
                                        </p:attrNameLst>
                                      </p:cBhvr>
                                      <p:tavLst>
                                        <p:tav tm="0">
                                          <p:val>
                                            <p:strVal val="#ppt_y+.1"/>
                                          </p:val>
                                        </p:tav>
                                        <p:tav tm="100000">
                                          <p:val>
                                            <p:strVal val="#ppt_y"/>
                                          </p:val>
                                        </p:tav>
                                      </p:tavLst>
                                    </p:anim>
                                  </p:childTnLst>
                                </p:cTn>
                              </p:par>
                            </p:childTnLst>
                          </p:cTn>
                        </p:par>
                        <p:par>
                          <p:cTn id="30" fill="hold">
                            <p:stCondLst>
                              <p:cond delay="500"/>
                            </p:stCondLst>
                            <p:childTnLst>
                              <p:par>
                                <p:cTn id="31" presetID="42" presetClass="entr" presetSubtype="0"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anim calcmode="lin" valueType="num">
                                      <p:cBhvr>
                                        <p:cTn id="34" dur="500" fill="hold"/>
                                        <p:tgtEl>
                                          <p:spTgt spid="4"/>
                                        </p:tgtEl>
                                        <p:attrNameLst>
                                          <p:attrName>ppt_x</p:attrName>
                                        </p:attrNameLst>
                                      </p:cBhvr>
                                      <p:tavLst>
                                        <p:tav tm="0">
                                          <p:val>
                                            <p:strVal val="#ppt_x"/>
                                          </p:val>
                                        </p:tav>
                                        <p:tav tm="100000">
                                          <p:val>
                                            <p:strVal val="#ppt_x"/>
                                          </p:val>
                                        </p:tav>
                                      </p:tavLst>
                                    </p:anim>
                                    <p:anim calcmode="lin" valueType="num">
                                      <p:cBhvr>
                                        <p:cTn id="35" dur="500" fill="hold"/>
                                        <p:tgtEl>
                                          <p:spTgt spid="4"/>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anim calcmode="lin" valueType="num">
                                      <p:cBhvr>
                                        <p:cTn id="39" dur="500" fill="hold"/>
                                        <p:tgtEl>
                                          <p:spTgt spid="8"/>
                                        </p:tgtEl>
                                        <p:attrNameLst>
                                          <p:attrName>ppt_x</p:attrName>
                                        </p:attrNameLst>
                                      </p:cBhvr>
                                      <p:tavLst>
                                        <p:tav tm="0">
                                          <p:val>
                                            <p:strVal val="#ppt_x"/>
                                          </p:val>
                                        </p:tav>
                                        <p:tav tm="100000">
                                          <p:val>
                                            <p:strVal val="#ppt_x"/>
                                          </p:val>
                                        </p:tav>
                                      </p:tavLst>
                                    </p:anim>
                                    <p:anim calcmode="lin" valueType="num">
                                      <p:cBhvr>
                                        <p:cTn id="40" dur="500" fill="hold"/>
                                        <p:tgtEl>
                                          <p:spTgt spid="8"/>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fade">
                                      <p:cBhvr>
                                        <p:cTn id="43" dur="500"/>
                                        <p:tgtEl>
                                          <p:spTgt spid="2"/>
                                        </p:tgtEl>
                                      </p:cBhvr>
                                    </p:animEffect>
                                    <p:anim calcmode="lin" valueType="num">
                                      <p:cBhvr>
                                        <p:cTn id="44" dur="500" fill="hold"/>
                                        <p:tgtEl>
                                          <p:spTgt spid="2"/>
                                        </p:tgtEl>
                                        <p:attrNameLst>
                                          <p:attrName>ppt_x</p:attrName>
                                        </p:attrNameLst>
                                      </p:cBhvr>
                                      <p:tavLst>
                                        <p:tav tm="0">
                                          <p:val>
                                            <p:strVal val="#ppt_x"/>
                                          </p:val>
                                        </p:tav>
                                        <p:tav tm="100000">
                                          <p:val>
                                            <p:strVal val="#ppt_x"/>
                                          </p:val>
                                        </p:tav>
                                      </p:tavLst>
                                    </p:anim>
                                    <p:anim calcmode="lin" valueType="num">
                                      <p:cBhvr>
                                        <p:cTn id="45" dur="500" fill="hold"/>
                                        <p:tgtEl>
                                          <p:spTgt spid="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anim calcmode="lin" valueType="num">
                                      <p:cBhvr>
                                        <p:cTn id="49" dur="500" fill="hold"/>
                                        <p:tgtEl>
                                          <p:spTgt spid="12"/>
                                        </p:tgtEl>
                                        <p:attrNameLst>
                                          <p:attrName>ppt_x</p:attrName>
                                        </p:attrNameLst>
                                      </p:cBhvr>
                                      <p:tavLst>
                                        <p:tav tm="0">
                                          <p:val>
                                            <p:strVal val="#ppt_x"/>
                                          </p:val>
                                        </p:tav>
                                        <p:tav tm="100000">
                                          <p:val>
                                            <p:strVal val="#ppt_x"/>
                                          </p:val>
                                        </p:tav>
                                      </p:tavLst>
                                    </p:anim>
                                    <p:anim calcmode="lin" valueType="num">
                                      <p:cBhvr>
                                        <p:cTn id="50" dur="500" fill="hold"/>
                                        <p:tgtEl>
                                          <p:spTgt spid="12"/>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anim calcmode="lin" valueType="num">
                                      <p:cBhvr>
                                        <p:cTn id="54" dur="500" fill="hold"/>
                                        <p:tgtEl>
                                          <p:spTgt spid="15"/>
                                        </p:tgtEl>
                                        <p:attrNameLst>
                                          <p:attrName>ppt_x</p:attrName>
                                        </p:attrNameLst>
                                      </p:cBhvr>
                                      <p:tavLst>
                                        <p:tav tm="0">
                                          <p:val>
                                            <p:strVal val="#ppt_x"/>
                                          </p:val>
                                        </p:tav>
                                        <p:tav tm="100000">
                                          <p:val>
                                            <p:strVal val="#ppt_x"/>
                                          </p:val>
                                        </p:tav>
                                      </p:tavLst>
                                    </p:anim>
                                    <p:anim calcmode="lin" valueType="num">
                                      <p:cBhvr>
                                        <p:cTn id="55" dur="500" fill="hold"/>
                                        <p:tgtEl>
                                          <p:spTgt spid="15"/>
                                        </p:tgtEl>
                                        <p:attrNameLst>
                                          <p:attrName>ppt_y</p:attrName>
                                        </p:attrNameLst>
                                      </p:cBhvr>
                                      <p:tavLst>
                                        <p:tav tm="0">
                                          <p:val>
                                            <p:strVal val="#ppt_y+.1"/>
                                          </p:val>
                                        </p:tav>
                                        <p:tav tm="100000">
                                          <p:val>
                                            <p:strVal val="#ppt_y"/>
                                          </p:val>
                                        </p:tav>
                                      </p:tavLst>
                                    </p:anim>
                                  </p:childTnLst>
                                </p:cTn>
                              </p:par>
                            </p:childTnLst>
                          </p:cTn>
                        </p:par>
                        <p:par>
                          <p:cTn id="56" fill="hold">
                            <p:stCondLst>
                              <p:cond delay="1000"/>
                            </p:stCondLst>
                            <p:childTnLst>
                              <p:par>
                                <p:cTn id="57" presetID="10" presetClass="entr" presetSubtype="0" fill="hold" grpId="0" nodeType="after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fade">
                                      <p:cBhvr>
                                        <p:cTn id="59" dur="500"/>
                                        <p:tgtEl>
                                          <p:spTgt spid="6"/>
                                        </p:tgtEl>
                                      </p:cBhvr>
                                    </p:animEffect>
                                  </p:childTnLst>
                                </p:cTn>
                              </p:par>
                              <p:par>
                                <p:cTn id="60" presetID="10" presetClass="entr" presetSubtype="0" fill="hold" nodeType="with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fade">
                                      <p:cBhvr>
                                        <p:cTn id="62" dur="500"/>
                                        <p:tgtEl>
                                          <p:spTgt spid="9"/>
                                        </p:tgtEl>
                                      </p:cBhvr>
                                    </p:animEffect>
                                  </p:childTnLst>
                                </p:cTn>
                              </p:par>
                              <p:par>
                                <p:cTn id="63" presetID="10" presetClass="entr" presetSubtype="0" fill="hold" nodeType="with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fade">
                                      <p:cBhvr>
                                        <p:cTn id="65" dur="500"/>
                                        <p:tgtEl>
                                          <p:spTgt spid="5"/>
                                        </p:tgtEl>
                                      </p:cBhvr>
                                    </p:animEffect>
                                  </p:childTnLst>
                                </p:cTn>
                              </p:par>
                              <p:par>
                                <p:cTn id="66" presetID="10" presetClass="entr" presetSubtype="0" fill="hold" nodeType="with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childTnLst>
                                </p:cTn>
                              </p:par>
                              <p:par>
                                <p:cTn id="69" presetID="10" presetClass="entr" presetSubtype="0" fill="hold"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500"/>
                                        <p:tgtEl>
                                          <p:spTgt spid="17"/>
                                        </p:tgtEl>
                                      </p:cBhvr>
                                    </p:animEffect>
                                  </p:childTnLst>
                                </p:cTn>
                              </p:par>
                            </p:childTnLst>
                          </p:cTn>
                        </p:par>
                        <p:par>
                          <p:cTn id="72" fill="hold">
                            <p:stCondLst>
                              <p:cond delay="1500"/>
                            </p:stCondLst>
                            <p:childTnLst>
                              <p:par>
                                <p:cTn id="73" presetID="10" presetClass="entr" presetSubtype="0" fill="hold" nodeType="after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500"/>
                                        <p:tgtEl>
                                          <p:spTgt spid="23"/>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80" dur="500"/>
                                        <p:tgtEl>
                                          <p:spTgt spid="31"/>
                                        </p:tgtEl>
                                      </p:cBhvr>
                                    </p:animEffect>
                                  </p:childTnLst>
                                </p:cTn>
                              </p:par>
                            </p:childTnLst>
                          </p:cTn>
                        </p:par>
                        <p:par>
                          <p:cTn id="81" fill="hold">
                            <p:stCondLst>
                              <p:cond delay="500"/>
                            </p:stCondLst>
                            <p:childTnLst>
                              <p:par>
                                <p:cTn id="82" presetID="22" presetClass="entr" presetSubtype="8" fill="hold" grpId="0" nodeType="after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wipe(left)">
                                      <p:cBhvr>
                                        <p:cTn id="84" dur="500"/>
                                        <p:tgtEl>
                                          <p:spTgt spid="32"/>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wipe(left)">
                                      <p:cBhvr>
                                        <p:cTn id="87" dur="1000"/>
                                        <p:tgtEl>
                                          <p:spTgt spid="33"/>
                                        </p:tgtEl>
                                      </p:cBhvr>
                                    </p:animEffect>
                                  </p:childTnLst>
                                </p:cTn>
                              </p:par>
                            </p:childTnLst>
                          </p:cTn>
                        </p:par>
                        <p:par>
                          <p:cTn id="88" fill="hold">
                            <p:stCondLst>
                              <p:cond delay="1500"/>
                            </p:stCondLst>
                            <p:childTnLst>
                              <p:par>
                                <p:cTn id="89" presetID="22" presetClass="entr" presetSubtype="8" fill="hold" grpId="0" nodeType="after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wipe(left)">
                                      <p:cBhvr>
                                        <p:cTn id="9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3" grpId="0" animBg="1"/>
      <p:bldP spid="32" grpId="0" animBg="1"/>
      <p:bldP spid="31" grpId="0" animBg="1"/>
      <p:bldP spid="6" grpId="0"/>
      <p:bldP spid="7" grpId="0" animBg="1"/>
      <p:bldP spid="10" grpId="0" animBg="1"/>
      <p:bldP spid="11" grpId="0" animBg="1"/>
      <p:bldP spid="13"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ounded Rectangle 26"/>
          <p:cNvSpPr/>
          <p:nvPr/>
        </p:nvSpPr>
        <p:spPr>
          <a:xfrm>
            <a:off x="748559" y="206348"/>
            <a:ext cx="4735298" cy="844952"/>
          </a:xfrm>
          <a:prstGeom prst="round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748559" y="336451"/>
            <a:ext cx="4791919" cy="523220"/>
          </a:xfrm>
          <a:prstGeom prst="rect">
            <a:avLst/>
          </a:prstGeom>
          <a:noFill/>
        </p:spPr>
        <p:txBody>
          <a:bodyPr wrap="square" rtlCol="0">
            <a:spAutoFit/>
          </a:bodyPr>
          <a:lstStyle/>
          <a:p>
            <a:r>
              <a:rPr lang="en-ID" sz="2800" dirty="0">
                <a:solidFill>
                  <a:schemeClr val="bg1"/>
                </a:solidFill>
                <a:latin typeface="Sitka Small Semibold" pitchFamily="2" charset="0"/>
              </a:rPr>
              <a:t>POSITIVE IMPACT OF AI</a:t>
            </a:r>
            <a:endParaRPr lang="en-US" sz="2800" dirty="0">
              <a:solidFill>
                <a:schemeClr val="bg1"/>
              </a:solidFill>
              <a:latin typeface="Sitka Small Semibold" pitchFamily="2" charset="0"/>
            </a:endParaRPr>
          </a:p>
        </p:txBody>
      </p:sp>
      <p:sp>
        <p:nvSpPr>
          <p:cNvPr id="6" name="Rectangle 5"/>
          <p:cNvSpPr/>
          <p:nvPr/>
        </p:nvSpPr>
        <p:spPr>
          <a:xfrm>
            <a:off x="314959" y="2722880"/>
            <a:ext cx="2590801" cy="3667760"/>
          </a:xfrm>
          <a:prstGeom prst="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32239" y="2722880"/>
            <a:ext cx="2590801" cy="3667760"/>
          </a:xfrm>
          <a:prstGeom prst="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220719" y="2722880"/>
            <a:ext cx="2590801" cy="3667760"/>
          </a:xfrm>
          <a:prstGeom prst="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6126479" y="2722880"/>
            <a:ext cx="2590801" cy="3667760"/>
          </a:xfrm>
          <a:prstGeom prst="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p:cNvSpPr/>
          <p:nvPr/>
        </p:nvSpPr>
        <p:spPr>
          <a:xfrm>
            <a:off x="1000759" y="2087880"/>
            <a:ext cx="1219200" cy="1270000"/>
          </a:xfrm>
          <a:prstGeom prst="diamond">
            <a:avLst/>
          </a:prstGeom>
          <a:solidFill>
            <a:schemeClr val="bg1"/>
          </a:solidFill>
          <a:ln w="76200">
            <a:solidFill>
              <a:srgbClr val="1A41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iamond 13"/>
          <p:cNvSpPr/>
          <p:nvPr/>
        </p:nvSpPr>
        <p:spPr>
          <a:xfrm>
            <a:off x="3906519" y="2087880"/>
            <a:ext cx="1219200" cy="1270000"/>
          </a:xfrm>
          <a:prstGeom prst="diamond">
            <a:avLst/>
          </a:prstGeom>
          <a:solidFill>
            <a:schemeClr val="bg1"/>
          </a:solidFill>
          <a:ln w="76200">
            <a:solidFill>
              <a:srgbClr val="1A41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iamond 14"/>
          <p:cNvSpPr/>
          <p:nvPr/>
        </p:nvSpPr>
        <p:spPr>
          <a:xfrm>
            <a:off x="9718039" y="2087880"/>
            <a:ext cx="1219200" cy="1270000"/>
          </a:xfrm>
          <a:prstGeom prst="diamond">
            <a:avLst/>
          </a:prstGeom>
          <a:solidFill>
            <a:schemeClr val="bg1"/>
          </a:solidFill>
          <a:ln w="76200">
            <a:solidFill>
              <a:srgbClr val="1A41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iamond 15"/>
          <p:cNvSpPr/>
          <p:nvPr/>
        </p:nvSpPr>
        <p:spPr>
          <a:xfrm>
            <a:off x="6812279" y="2087880"/>
            <a:ext cx="1219200" cy="1270000"/>
          </a:xfrm>
          <a:prstGeom prst="diamond">
            <a:avLst/>
          </a:prstGeom>
          <a:solidFill>
            <a:schemeClr val="bg1"/>
          </a:solidFill>
          <a:ln w="76200">
            <a:solidFill>
              <a:srgbClr val="1A41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a:blip r:embed="rId2" cstate="print">
            <a:extLst>
              <a:ext uri="{BEBA8EAE-BF5A-486C-A8C5-ECC9F3942E4B}">
                <a14:imgProps xmlns:a14="http://schemas.microsoft.com/office/drawing/2010/main">
                  <a14:imgLayer r:embed="rId3">
                    <a14:imgEffect>
                      <a14:backgroundRemoval t="1119" b="97763" l="0" r="97907">
                        <a14:foregroundMark x1="13140" y1="30201" x2="13140" y2="30201"/>
                        <a14:foregroundMark x1="71395" y1="17673" x2="71395" y2="17673"/>
                        <a14:foregroundMark x1="68605" y1="23378" x2="68605" y2="23378"/>
                        <a14:foregroundMark x1="83256" y1="22931" x2="83256" y2="22931"/>
                        <a14:foregroundMark x1="79419" y1="7830" x2="79419" y2="7830"/>
                        <a14:foregroundMark x1="75698" y1="13087" x2="75698" y2="13087"/>
                        <a14:foregroundMark x1="59186" y1="87584" x2="59186" y2="87584"/>
                        <a14:foregroundMark x1="74535" y1="83893" x2="74535" y2="83893"/>
                        <a14:foregroundMark x1="84186" y1="74720" x2="84186" y2="74720"/>
                        <a14:foregroundMark x1="90233" y1="62975" x2="90233" y2="62975"/>
                        <a14:foregroundMark x1="90814" y1="50112" x2="90814" y2="50112"/>
                        <a14:foregroundMark x1="89884" y1="37360" x2="89884" y2="37360"/>
                        <a14:foregroundMark x1="50116" y1="49888" x2="50116" y2="49888"/>
                      </a14:backgroundRemoval>
                    </a14:imgEffect>
                  </a14:imgLayer>
                </a14:imgProps>
              </a:ext>
              <a:ext uri="{28A0092B-C50C-407E-A947-70E740481C1C}">
                <a14:useLocalDpi xmlns:a14="http://schemas.microsoft.com/office/drawing/2010/main" val="0"/>
              </a:ext>
            </a:extLst>
          </a:blip>
          <a:stretch>
            <a:fillRect/>
          </a:stretch>
        </p:blipFill>
        <p:spPr>
          <a:xfrm>
            <a:off x="1363694" y="2464257"/>
            <a:ext cx="497574" cy="517246"/>
          </a:xfrm>
          <a:prstGeom prst="rect">
            <a:avLst/>
          </a:prstGeom>
        </p:spPr>
      </p:pic>
      <p:sp>
        <p:nvSpPr>
          <p:cNvPr id="18" name="TextBox 17"/>
          <p:cNvSpPr txBox="1"/>
          <p:nvPr/>
        </p:nvSpPr>
        <p:spPr>
          <a:xfrm>
            <a:off x="396239" y="3357880"/>
            <a:ext cx="2346961" cy="707886"/>
          </a:xfrm>
          <a:prstGeom prst="rect">
            <a:avLst/>
          </a:prstGeom>
          <a:noFill/>
        </p:spPr>
        <p:txBody>
          <a:bodyPr wrap="square" rtlCol="0">
            <a:spAutoFit/>
          </a:bodyPr>
          <a:lstStyle/>
          <a:p>
            <a:pPr algn="ctr"/>
            <a:r>
              <a:rPr lang="en-ID" sz="2000" dirty="0">
                <a:solidFill>
                  <a:schemeClr val="bg1"/>
                </a:solidFill>
                <a:latin typeface="Franklin Gothic Heavy" panose="020B0903020102020204" pitchFamily="34" charset="0"/>
              </a:rPr>
              <a:t>Improve Learning Efficiency</a:t>
            </a:r>
            <a:endParaRPr lang="en-US" sz="2000" dirty="0">
              <a:solidFill>
                <a:schemeClr val="bg1"/>
              </a:solidFill>
              <a:latin typeface="Franklin Gothic Heavy" panose="020B0903020102020204" pitchFamily="34" charset="0"/>
            </a:endParaRPr>
          </a:p>
        </p:txBody>
      </p:sp>
      <p:sp>
        <p:nvSpPr>
          <p:cNvPr id="19" name="TextBox 18"/>
          <p:cNvSpPr txBox="1"/>
          <p:nvPr/>
        </p:nvSpPr>
        <p:spPr>
          <a:xfrm>
            <a:off x="3144519" y="3357880"/>
            <a:ext cx="2743200" cy="707886"/>
          </a:xfrm>
          <a:prstGeom prst="rect">
            <a:avLst/>
          </a:prstGeom>
          <a:noFill/>
        </p:spPr>
        <p:txBody>
          <a:bodyPr wrap="square" rtlCol="0">
            <a:spAutoFit/>
          </a:bodyPr>
          <a:lstStyle/>
          <a:p>
            <a:pPr algn="ctr"/>
            <a:r>
              <a:rPr lang="en-ID" sz="2000" dirty="0">
                <a:solidFill>
                  <a:schemeClr val="bg1"/>
                </a:solidFill>
                <a:latin typeface="Franklin Gothic Heavy" panose="020B0903020102020204" pitchFamily="34" charset="0"/>
              </a:rPr>
              <a:t>Helps Understand Complex Concepts</a:t>
            </a:r>
            <a:endParaRPr lang="en-US" sz="2000" dirty="0">
              <a:solidFill>
                <a:schemeClr val="bg1"/>
              </a:solidFill>
              <a:latin typeface="Franklin Gothic Heavy" panose="020B0903020102020204" pitchFamily="34" charset="0"/>
            </a:endParaRPr>
          </a:p>
        </p:txBody>
      </p:sp>
      <p:pic>
        <p:nvPicPr>
          <p:cNvPr id="20" name="Picture 19"/>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foregroundMark x1="66168" y1="44565" x2="66168" y2="44565"/>
                        <a14:foregroundMark x1="77446" y1="50951" x2="77446" y2="50951"/>
                        <a14:foregroundMark x1="23234" y1="58424" x2="23234" y2="58424"/>
                      </a14:backgroundRemoval>
                    </a14:imgEffect>
                  </a14:imgLayer>
                </a14:imgProps>
              </a:ext>
              <a:ext uri="{28A0092B-C50C-407E-A947-70E740481C1C}">
                <a14:useLocalDpi xmlns:a14="http://schemas.microsoft.com/office/drawing/2010/main" val="0"/>
              </a:ext>
            </a:extLst>
          </a:blip>
          <a:stretch>
            <a:fillRect/>
          </a:stretch>
        </p:blipFill>
        <p:spPr>
          <a:xfrm>
            <a:off x="4031762" y="2237154"/>
            <a:ext cx="971451" cy="971451"/>
          </a:xfrm>
          <a:prstGeom prst="rect">
            <a:avLst/>
          </a:prstGeom>
        </p:spPr>
      </p:pic>
      <p:pic>
        <p:nvPicPr>
          <p:cNvPr id="21" name="Picture 20"/>
          <p:cNvPicPr>
            <a:picLocks noChangeAspect="1"/>
          </p:cNvPicPr>
          <p:nvPr/>
        </p:nvPicPr>
        <p:blipFill>
          <a:blip r:embed="rId6" cstate="print">
            <a:extLst>
              <a:ext uri="{BEBA8EAE-BF5A-486C-A8C5-ECC9F3942E4B}">
                <a14:imgProps xmlns:a14="http://schemas.microsoft.com/office/drawing/2010/main">
                  <a14:imgLayer r:embed="rId7">
                    <a14:imgEffect>
                      <a14:backgroundRemoval t="10000" b="90000" l="10000" r="90000">
                        <a14:foregroundMark x1="58750" y1="34375" x2="58750" y2="34375"/>
                      </a14:backgroundRemoval>
                    </a14:imgEffect>
                  </a14:imgLayer>
                </a14:imgProps>
              </a:ext>
              <a:ext uri="{28A0092B-C50C-407E-A947-70E740481C1C}">
                <a14:useLocalDpi xmlns:a14="http://schemas.microsoft.com/office/drawing/2010/main" val="0"/>
              </a:ext>
            </a:extLst>
          </a:blip>
          <a:stretch>
            <a:fillRect/>
          </a:stretch>
        </p:blipFill>
        <p:spPr>
          <a:xfrm>
            <a:off x="7091679" y="2326868"/>
            <a:ext cx="654635" cy="654635"/>
          </a:xfrm>
          <a:prstGeom prst="rect">
            <a:avLst/>
          </a:prstGeom>
        </p:spPr>
      </p:pic>
      <p:pic>
        <p:nvPicPr>
          <p:cNvPr id="22" name="Picture 21"/>
          <p:cNvPicPr>
            <a:picLocks noChangeAspect="1"/>
          </p:cNvPicPr>
          <p:nvPr/>
        </p:nvPicPr>
        <p:blipFill>
          <a:blip r:embed="rId8" cstate="print">
            <a:extLst>
              <a:ext uri="{BEBA8EAE-BF5A-486C-A8C5-ECC9F3942E4B}">
                <a14:imgProps xmlns:a14="http://schemas.microsoft.com/office/drawing/2010/main">
                  <a14:imgLayer r:embed="rId9">
                    <a14:imgEffect>
                      <a14:backgroundRemoval t="10000" b="90000" l="10000" r="90000">
                        <a14:foregroundMark x1="48092" y1="70611" x2="48092" y2="70611"/>
                        <a14:foregroundMark x1="49237" y1="80916" x2="49237" y2="80916"/>
                        <a14:foregroundMark x1="45038" y1="62214" x2="45038" y2="62214"/>
                        <a14:foregroundMark x1="25573" y1="37405" x2="25573" y2="37405"/>
                        <a14:foregroundMark x1="28626" y1="29389" x2="28626" y2="29389"/>
                        <a14:foregroundMark x1="32824" y1="20611" x2="32824" y2="20611"/>
                        <a14:foregroundMark x1="40458" y1="16412" x2="40458" y2="16412"/>
                        <a14:foregroundMark x1="49618" y1="14885" x2="49618" y2="14885"/>
                        <a14:foregroundMark x1="58779" y1="17176" x2="58779" y2="17176"/>
                        <a14:foregroundMark x1="67176" y1="20611" x2="67176" y2="20611"/>
                        <a14:foregroundMark x1="71756" y1="29008" x2="71756" y2="29008"/>
                        <a14:foregroundMark x1="75191" y1="37405" x2="75191" y2="37405"/>
                        <a14:backgroundMark x1="37405" y1="41985" x2="37405" y2="41985"/>
                        <a14:backgroundMark x1="38168" y1="32443" x2="38168" y2="32443"/>
                        <a14:backgroundMark x1="45038" y1="53817" x2="45038" y2="53817"/>
                        <a14:backgroundMark x1="62595" y1="37405" x2="62595" y2="37405"/>
                      </a14:backgroundRemoval>
                    </a14:imgEffect>
                  </a14:imgLayer>
                </a14:imgProps>
              </a:ext>
              <a:ext uri="{28A0092B-C50C-407E-A947-70E740481C1C}">
                <a14:useLocalDpi xmlns:a14="http://schemas.microsoft.com/office/drawing/2010/main" val="0"/>
              </a:ext>
            </a:extLst>
          </a:blip>
          <a:stretch>
            <a:fillRect/>
          </a:stretch>
        </p:blipFill>
        <p:spPr>
          <a:xfrm>
            <a:off x="9782517" y="2179321"/>
            <a:ext cx="1090244" cy="1090244"/>
          </a:xfrm>
          <a:prstGeom prst="rect">
            <a:avLst/>
          </a:prstGeom>
        </p:spPr>
      </p:pic>
      <p:sp>
        <p:nvSpPr>
          <p:cNvPr id="25" name="Rectangle 24"/>
          <p:cNvSpPr/>
          <p:nvPr/>
        </p:nvSpPr>
        <p:spPr>
          <a:xfrm>
            <a:off x="6221773" y="3357879"/>
            <a:ext cx="2394446" cy="707886"/>
          </a:xfrm>
          <a:prstGeom prst="rect">
            <a:avLst/>
          </a:prstGeom>
        </p:spPr>
        <p:txBody>
          <a:bodyPr wrap="square">
            <a:spAutoFit/>
          </a:bodyPr>
          <a:lstStyle/>
          <a:p>
            <a:pPr algn="ctr"/>
            <a:r>
              <a:rPr lang="en-ID" sz="2000" dirty="0">
                <a:solidFill>
                  <a:schemeClr val="bg1"/>
                </a:solidFill>
                <a:latin typeface="Franklin Gothic Heavy" panose="020B0903020102020204" pitchFamily="34" charset="0"/>
              </a:rPr>
              <a:t>Personalized Learning</a:t>
            </a:r>
            <a:endParaRPr lang="en-US" sz="2000" dirty="0">
              <a:solidFill>
                <a:schemeClr val="bg1"/>
              </a:solidFill>
              <a:latin typeface="Franklin Gothic Heavy" panose="020B0903020102020204" pitchFamily="34" charset="0"/>
            </a:endParaRPr>
          </a:p>
        </p:txBody>
      </p:sp>
      <p:sp>
        <p:nvSpPr>
          <p:cNvPr id="26" name="Rectangle 25"/>
          <p:cNvSpPr/>
          <p:nvPr/>
        </p:nvSpPr>
        <p:spPr>
          <a:xfrm>
            <a:off x="9130416" y="3357879"/>
            <a:ext cx="2394446" cy="707886"/>
          </a:xfrm>
          <a:prstGeom prst="rect">
            <a:avLst/>
          </a:prstGeom>
        </p:spPr>
        <p:txBody>
          <a:bodyPr wrap="square">
            <a:spAutoFit/>
          </a:bodyPr>
          <a:lstStyle/>
          <a:p>
            <a:pPr algn="ctr"/>
            <a:r>
              <a:rPr lang="en-ID" sz="2000" dirty="0">
                <a:solidFill>
                  <a:schemeClr val="bg1"/>
                </a:solidFill>
                <a:latin typeface="Franklin Gothic Heavy" panose="020B0903020102020204" pitchFamily="34" charset="0"/>
              </a:rPr>
              <a:t>Help Ideas and Creativity</a:t>
            </a:r>
            <a:endParaRPr lang="en-US" sz="2000" dirty="0">
              <a:solidFill>
                <a:schemeClr val="bg1"/>
              </a:solidFill>
              <a:latin typeface="Franklin Gothic Heavy" panose="020B0903020102020204" pitchFamily="34" charset="0"/>
            </a:endParaRPr>
          </a:p>
        </p:txBody>
      </p:sp>
      <p:sp>
        <p:nvSpPr>
          <p:cNvPr id="32" name="Rectangle 31"/>
          <p:cNvSpPr/>
          <p:nvPr/>
        </p:nvSpPr>
        <p:spPr>
          <a:xfrm rot="18941903">
            <a:off x="11001046" y="-715117"/>
            <a:ext cx="518232" cy="3321089"/>
          </a:xfrm>
          <a:prstGeom prst="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p:cNvSpPr/>
          <p:nvPr/>
        </p:nvSpPr>
        <p:spPr>
          <a:xfrm rot="18980827">
            <a:off x="10053098" y="73620"/>
            <a:ext cx="583908" cy="2147789"/>
          </a:xfrm>
          <a:prstGeom prst="round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flipH="1">
            <a:off x="469705" y="4100602"/>
            <a:ext cx="2281307" cy="1477328"/>
          </a:xfrm>
          <a:prstGeom prst="rect">
            <a:avLst/>
          </a:prstGeom>
          <a:noFill/>
        </p:spPr>
        <p:txBody>
          <a:bodyPr wrap="square" rtlCol="0">
            <a:spAutoFit/>
          </a:bodyPr>
          <a:lstStyle/>
          <a:p>
            <a:r>
              <a:rPr lang="en-ID" dirty="0">
                <a:solidFill>
                  <a:schemeClr val="bg1"/>
                </a:solidFill>
                <a:latin typeface="Arial" panose="020B0604020202020204" pitchFamily="34" charset="0"/>
                <a:cs typeface="Arial" panose="020B0604020202020204" pitchFamily="34" charset="0"/>
              </a:rPr>
              <a:t>AI can help search from various learning sources without having to search manually.</a:t>
            </a:r>
            <a:endParaRPr lang="en-US" dirty="0">
              <a:solidFill>
                <a:schemeClr val="bg1"/>
              </a:solidFill>
              <a:latin typeface="Arial" panose="020B0604020202020204" pitchFamily="34" charset="0"/>
              <a:cs typeface="Arial" panose="020B0604020202020204" pitchFamily="34" charset="0"/>
            </a:endParaRPr>
          </a:p>
        </p:txBody>
      </p:sp>
      <p:sp>
        <p:nvSpPr>
          <p:cNvPr id="36" name="Rectangle 35"/>
          <p:cNvSpPr/>
          <p:nvPr/>
        </p:nvSpPr>
        <p:spPr>
          <a:xfrm>
            <a:off x="3376891" y="4141521"/>
            <a:ext cx="2378745" cy="1200329"/>
          </a:xfrm>
          <a:prstGeom prst="rect">
            <a:avLst/>
          </a:prstGeom>
        </p:spPr>
        <p:txBody>
          <a:bodyPr wrap="square">
            <a:spAutoFit/>
          </a:bodyPr>
          <a:lstStyle/>
          <a:p>
            <a:r>
              <a:rPr lang="en-ID" dirty="0">
                <a:solidFill>
                  <a:schemeClr val="bg1"/>
                </a:solidFill>
                <a:latin typeface="Arial" panose="020B0604020202020204" pitchFamily="34" charset="0"/>
                <a:cs typeface="Arial" panose="020B0604020202020204" pitchFamily="34" charset="0"/>
              </a:rPr>
              <a:t>AI can provide analogies and illustrations until students understand.</a:t>
            </a:r>
            <a:endParaRPr lang="en-US" dirty="0">
              <a:solidFill>
                <a:schemeClr val="bg1"/>
              </a:solidFill>
              <a:latin typeface="Arial" panose="020B0604020202020204" pitchFamily="34" charset="0"/>
              <a:cs typeface="Arial" panose="020B0604020202020204" pitchFamily="34" charset="0"/>
            </a:endParaRPr>
          </a:p>
        </p:txBody>
      </p:sp>
      <p:sp>
        <p:nvSpPr>
          <p:cNvPr id="37" name="Rectangle 36"/>
          <p:cNvSpPr/>
          <p:nvPr/>
        </p:nvSpPr>
        <p:spPr>
          <a:xfrm>
            <a:off x="6324602" y="4165719"/>
            <a:ext cx="2392678" cy="646331"/>
          </a:xfrm>
          <a:prstGeom prst="rect">
            <a:avLst/>
          </a:prstGeom>
        </p:spPr>
        <p:txBody>
          <a:bodyPr wrap="square">
            <a:spAutoFit/>
          </a:bodyPr>
          <a:lstStyle/>
          <a:p>
            <a:r>
              <a:rPr lang="en-ID" dirty="0">
                <a:solidFill>
                  <a:schemeClr val="bg1"/>
                </a:solidFill>
                <a:latin typeface="Arial" panose="020B0604020202020204" pitchFamily="34" charset="0"/>
                <a:cs typeface="Arial" panose="020B0604020202020204" pitchFamily="34" charset="0"/>
              </a:rPr>
              <a:t>AI can adapt the way students use it </a:t>
            </a:r>
            <a:endParaRPr lang="en-US" dirty="0">
              <a:solidFill>
                <a:schemeClr val="bg1"/>
              </a:solidFill>
              <a:latin typeface="Arial" panose="020B0604020202020204" pitchFamily="34" charset="0"/>
              <a:cs typeface="Arial" panose="020B0604020202020204" pitchFamily="34" charset="0"/>
            </a:endParaRPr>
          </a:p>
        </p:txBody>
      </p:sp>
      <p:sp>
        <p:nvSpPr>
          <p:cNvPr id="38" name="Rectangle 37"/>
          <p:cNvSpPr/>
          <p:nvPr/>
        </p:nvSpPr>
        <p:spPr>
          <a:xfrm>
            <a:off x="9230362" y="4086140"/>
            <a:ext cx="2392678" cy="923330"/>
          </a:xfrm>
          <a:prstGeom prst="rect">
            <a:avLst/>
          </a:prstGeom>
        </p:spPr>
        <p:txBody>
          <a:bodyPr wrap="square">
            <a:spAutoFit/>
          </a:bodyPr>
          <a:lstStyle/>
          <a:p>
            <a:r>
              <a:rPr lang="en-ID" dirty="0">
                <a:solidFill>
                  <a:schemeClr val="bg1"/>
                </a:solidFill>
                <a:latin typeface="Arial" panose="020B0604020202020204" pitchFamily="34" charset="0"/>
                <a:cs typeface="Arial" panose="020B0604020202020204" pitchFamily="34" charset="0"/>
              </a:rPr>
              <a:t>AI can help students get initial ideas and develop them</a:t>
            </a:r>
            <a:endParaRPr lang="en-US" dirty="0">
              <a:solidFill>
                <a:schemeClr val="bg1"/>
              </a:solidFill>
              <a:latin typeface="Arial" panose="020B0604020202020204" pitchFamily="34" charset="0"/>
              <a:cs typeface="Arial" panose="020B0604020202020204" pitchFamily="34" charset="0"/>
            </a:endParaRPr>
          </a:p>
        </p:txBody>
      </p:sp>
      <p:grpSp>
        <p:nvGrpSpPr>
          <p:cNvPr id="3" name="Group 2"/>
          <p:cNvGrpSpPr/>
          <p:nvPr/>
        </p:nvGrpSpPr>
        <p:grpSpPr>
          <a:xfrm>
            <a:off x="10053097" y="-715118"/>
            <a:ext cx="1735825" cy="3321089"/>
            <a:chOff x="10053097" y="-715118"/>
            <a:chExt cx="1735825" cy="3321089"/>
          </a:xfrm>
        </p:grpSpPr>
        <p:sp>
          <p:nvSpPr>
            <p:cNvPr id="30" name="Rectangle 29"/>
            <p:cNvSpPr/>
            <p:nvPr/>
          </p:nvSpPr>
          <p:spPr>
            <a:xfrm rot="18941903">
              <a:off x="11270690" y="-373485"/>
              <a:ext cx="518232" cy="1053501"/>
            </a:xfrm>
            <a:prstGeom prst="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rot="18941903">
              <a:off x="11001045" y="-715118"/>
              <a:ext cx="518232" cy="3321089"/>
            </a:xfrm>
            <a:prstGeom prst="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p:cNvSpPr/>
            <p:nvPr/>
          </p:nvSpPr>
          <p:spPr>
            <a:xfrm rot="18980827">
              <a:off x="10053097" y="73619"/>
              <a:ext cx="583908" cy="2147789"/>
            </a:xfrm>
            <a:prstGeom prst="round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934685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par>
                          <p:cTn id="22" fill="hold">
                            <p:stCondLst>
                              <p:cond delay="2000"/>
                            </p:stCondLst>
                            <p:childTnLst>
                              <p:par>
                                <p:cTn id="23" presetID="22" presetClass="entr" presetSubtype="1" fill="hold" grpId="0" nodeType="after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up)">
                                      <p:cBhvr>
                                        <p:cTn id="25" dur="500"/>
                                        <p:tgtEl>
                                          <p:spTgt spid="35"/>
                                        </p:tgtEl>
                                      </p:cBhvr>
                                    </p:animEffect>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anim calcmode="lin" valueType="num">
                                      <p:cBhvr>
                                        <p:cTn id="31" dur="500" fill="hold"/>
                                        <p:tgtEl>
                                          <p:spTgt spid="11"/>
                                        </p:tgtEl>
                                        <p:attrNameLst>
                                          <p:attrName>ppt_x</p:attrName>
                                        </p:attrNameLst>
                                      </p:cBhvr>
                                      <p:tavLst>
                                        <p:tav tm="0">
                                          <p:val>
                                            <p:strVal val="#ppt_x"/>
                                          </p:val>
                                        </p:tav>
                                        <p:tav tm="100000">
                                          <p:val>
                                            <p:strVal val="#ppt_x"/>
                                          </p:val>
                                        </p:tav>
                                      </p:tavLst>
                                    </p:anim>
                                    <p:anim calcmode="lin" valueType="num">
                                      <p:cBhvr>
                                        <p:cTn id="32" dur="500" fill="hold"/>
                                        <p:tgtEl>
                                          <p:spTgt spid="11"/>
                                        </p:tgtEl>
                                        <p:attrNameLst>
                                          <p:attrName>ppt_y</p:attrName>
                                        </p:attrNameLst>
                                      </p:cBhvr>
                                      <p:tavLst>
                                        <p:tav tm="0">
                                          <p:val>
                                            <p:strVal val="#ppt_y-.1"/>
                                          </p:val>
                                        </p:tav>
                                        <p:tav tm="100000">
                                          <p:val>
                                            <p:strVal val="#ppt_y"/>
                                          </p:val>
                                        </p:tav>
                                      </p:tavLst>
                                    </p:anim>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par>
                          <p:cTn id="37" fill="hold">
                            <p:stCondLst>
                              <p:cond delay="1000"/>
                            </p:stCondLst>
                            <p:childTnLst>
                              <p:par>
                                <p:cTn id="38" presetID="10" presetClass="entr" presetSubtype="0" fill="hold" nodeType="after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par>
                          <p:cTn id="41" fill="hold">
                            <p:stCondLst>
                              <p:cond delay="1500"/>
                            </p:stCondLst>
                            <p:childTnLst>
                              <p:par>
                                <p:cTn id="42" presetID="10" presetClass="entr" presetSubtype="0" fill="hold" grpId="0"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par>
                          <p:cTn id="45" fill="hold">
                            <p:stCondLst>
                              <p:cond delay="2000"/>
                            </p:stCondLst>
                            <p:childTnLst>
                              <p:par>
                                <p:cTn id="46" presetID="22" presetClass="entr" presetSubtype="1" fill="hold" grpId="0" nodeType="after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wipe(up)">
                                      <p:cBhvr>
                                        <p:cTn id="48" dur="500"/>
                                        <p:tgtEl>
                                          <p:spTgt spid="36"/>
                                        </p:tgtEl>
                                      </p:cBhvr>
                                    </p:animEffect>
                                  </p:childTnLst>
                                </p:cTn>
                              </p:par>
                            </p:childTnLst>
                          </p:cTn>
                        </p:par>
                      </p:childTnLst>
                    </p:cTn>
                  </p:par>
                  <p:par>
                    <p:cTn id="49" fill="hold">
                      <p:stCondLst>
                        <p:cond delay="indefinite"/>
                      </p:stCondLst>
                      <p:childTnLst>
                        <p:par>
                          <p:cTn id="50" fill="hold">
                            <p:stCondLst>
                              <p:cond delay="0"/>
                            </p:stCondLst>
                            <p:childTnLst>
                              <p:par>
                                <p:cTn id="51" presetID="47"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anim calcmode="lin" valueType="num">
                                      <p:cBhvr>
                                        <p:cTn id="54" dur="500" fill="hold"/>
                                        <p:tgtEl>
                                          <p:spTgt spid="12"/>
                                        </p:tgtEl>
                                        <p:attrNameLst>
                                          <p:attrName>ppt_x</p:attrName>
                                        </p:attrNameLst>
                                      </p:cBhvr>
                                      <p:tavLst>
                                        <p:tav tm="0">
                                          <p:val>
                                            <p:strVal val="#ppt_x"/>
                                          </p:val>
                                        </p:tav>
                                        <p:tav tm="100000">
                                          <p:val>
                                            <p:strVal val="#ppt_x"/>
                                          </p:val>
                                        </p:tav>
                                      </p:tavLst>
                                    </p:anim>
                                    <p:anim calcmode="lin" valueType="num">
                                      <p:cBhvr>
                                        <p:cTn id="55" dur="500" fill="hold"/>
                                        <p:tgtEl>
                                          <p:spTgt spid="12"/>
                                        </p:tgtEl>
                                        <p:attrNameLst>
                                          <p:attrName>ppt_y</p:attrName>
                                        </p:attrNameLst>
                                      </p:cBhvr>
                                      <p:tavLst>
                                        <p:tav tm="0">
                                          <p:val>
                                            <p:strVal val="#ppt_y-.1"/>
                                          </p:val>
                                        </p:tav>
                                        <p:tav tm="100000">
                                          <p:val>
                                            <p:strVal val="#ppt_y"/>
                                          </p:val>
                                        </p:tav>
                                      </p:tavLst>
                                    </p:anim>
                                  </p:childTnLst>
                                </p:cTn>
                              </p:par>
                            </p:childTnLst>
                          </p:cTn>
                        </p:par>
                        <p:par>
                          <p:cTn id="56" fill="hold">
                            <p:stCondLst>
                              <p:cond delay="500"/>
                            </p:stCondLst>
                            <p:childTnLst>
                              <p:par>
                                <p:cTn id="57" presetID="10" presetClass="entr" presetSubtype="0" fill="hold" grpId="0" nodeType="after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500"/>
                                        <p:tgtEl>
                                          <p:spTgt spid="16"/>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par>
                          <p:cTn id="64" fill="hold">
                            <p:stCondLst>
                              <p:cond delay="1500"/>
                            </p:stCondLst>
                            <p:childTnLst>
                              <p:par>
                                <p:cTn id="65" presetID="10" presetClass="entr" presetSubtype="0" fill="hold" grpId="0" nodeType="after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childTnLst>
                          </p:cTn>
                        </p:par>
                        <p:par>
                          <p:cTn id="68" fill="hold">
                            <p:stCondLst>
                              <p:cond delay="2000"/>
                            </p:stCondLst>
                            <p:childTnLst>
                              <p:par>
                                <p:cTn id="69" presetID="22" presetClass="entr" presetSubtype="1" fill="hold" grpId="0" nodeType="after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wipe(up)">
                                      <p:cBhvr>
                                        <p:cTn id="71" dur="500"/>
                                        <p:tgtEl>
                                          <p:spTgt spid="37"/>
                                        </p:tgtEl>
                                      </p:cBhvr>
                                    </p:animEffect>
                                  </p:childTnLst>
                                </p:cTn>
                              </p:par>
                            </p:childTnLst>
                          </p:cTn>
                        </p:par>
                      </p:childTnLst>
                    </p:cTn>
                  </p:par>
                  <p:par>
                    <p:cTn id="72" fill="hold">
                      <p:stCondLst>
                        <p:cond delay="indefinite"/>
                      </p:stCondLst>
                      <p:childTnLst>
                        <p:par>
                          <p:cTn id="73" fill="hold">
                            <p:stCondLst>
                              <p:cond delay="0"/>
                            </p:stCondLst>
                            <p:childTnLst>
                              <p:par>
                                <p:cTn id="74" presetID="47" presetClass="entr" presetSubtype="0" fill="hold" grpId="0"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fade">
                                      <p:cBhvr>
                                        <p:cTn id="76" dur="500"/>
                                        <p:tgtEl>
                                          <p:spTgt spid="10"/>
                                        </p:tgtEl>
                                      </p:cBhvr>
                                    </p:animEffect>
                                    <p:anim calcmode="lin" valueType="num">
                                      <p:cBhvr>
                                        <p:cTn id="77" dur="500" fill="hold"/>
                                        <p:tgtEl>
                                          <p:spTgt spid="10"/>
                                        </p:tgtEl>
                                        <p:attrNameLst>
                                          <p:attrName>ppt_x</p:attrName>
                                        </p:attrNameLst>
                                      </p:cBhvr>
                                      <p:tavLst>
                                        <p:tav tm="0">
                                          <p:val>
                                            <p:strVal val="#ppt_x"/>
                                          </p:val>
                                        </p:tav>
                                        <p:tav tm="100000">
                                          <p:val>
                                            <p:strVal val="#ppt_x"/>
                                          </p:val>
                                        </p:tav>
                                      </p:tavLst>
                                    </p:anim>
                                    <p:anim calcmode="lin" valueType="num">
                                      <p:cBhvr>
                                        <p:cTn id="78" dur="500" fill="hold"/>
                                        <p:tgtEl>
                                          <p:spTgt spid="10"/>
                                        </p:tgtEl>
                                        <p:attrNameLst>
                                          <p:attrName>ppt_y</p:attrName>
                                        </p:attrNameLst>
                                      </p:cBhvr>
                                      <p:tavLst>
                                        <p:tav tm="0">
                                          <p:val>
                                            <p:strVal val="#ppt_y-.1"/>
                                          </p:val>
                                        </p:tav>
                                        <p:tav tm="100000">
                                          <p:val>
                                            <p:strVal val="#ppt_y"/>
                                          </p:val>
                                        </p:tav>
                                      </p:tavLst>
                                    </p:anim>
                                  </p:childTnLst>
                                </p:cTn>
                              </p:par>
                            </p:childTnLst>
                          </p:cTn>
                        </p:par>
                        <p:par>
                          <p:cTn id="79" fill="hold">
                            <p:stCondLst>
                              <p:cond delay="500"/>
                            </p:stCondLst>
                            <p:childTnLst>
                              <p:par>
                                <p:cTn id="80" presetID="10" presetClass="entr" presetSubtype="0" fill="hold" grpId="0" nodeType="after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fade">
                                      <p:cBhvr>
                                        <p:cTn id="82" dur="500"/>
                                        <p:tgtEl>
                                          <p:spTgt spid="15"/>
                                        </p:tgtEl>
                                      </p:cBhvr>
                                    </p:animEffect>
                                  </p:childTnLst>
                                </p:cTn>
                              </p:par>
                            </p:childTnLst>
                          </p:cTn>
                        </p:par>
                        <p:par>
                          <p:cTn id="83" fill="hold">
                            <p:stCondLst>
                              <p:cond delay="100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childTnLst>
                                </p:cTn>
                              </p:par>
                            </p:childTnLst>
                          </p:cTn>
                        </p:par>
                        <p:par>
                          <p:cTn id="87" fill="hold">
                            <p:stCondLst>
                              <p:cond delay="1500"/>
                            </p:stCondLst>
                            <p:childTnLst>
                              <p:par>
                                <p:cTn id="88" presetID="10" presetClass="entr" presetSubtype="0" fill="hold" grpId="0" nodeType="after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500"/>
                                        <p:tgtEl>
                                          <p:spTgt spid="26"/>
                                        </p:tgtEl>
                                      </p:cBhvr>
                                    </p:animEffect>
                                  </p:childTnLst>
                                </p:cTn>
                              </p:par>
                            </p:childTnLst>
                          </p:cTn>
                        </p:par>
                        <p:par>
                          <p:cTn id="91" fill="hold">
                            <p:stCondLst>
                              <p:cond delay="2000"/>
                            </p:stCondLst>
                            <p:childTnLst>
                              <p:par>
                                <p:cTn id="92" presetID="22" presetClass="entr" presetSubtype="1" fill="hold" grpId="0" nodeType="after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wipe(up)">
                                      <p:cBhvr>
                                        <p:cTn id="9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8" grpId="0"/>
      <p:bldP spid="19" grpId="0"/>
      <p:bldP spid="25" grpId="0"/>
      <p:bldP spid="26" grpId="0"/>
      <p:bldP spid="35" grpId="0"/>
      <p:bldP spid="36" grpId="0"/>
      <p:bldP spid="37" grpId="0"/>
      <p:bldP spid="3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
        <p:cNvGrpSpPr/>
        <p:nvPr/>
      </p:nvGrpSpPr>
      <p:grpSpPr>
        <a:xfrm>
          <a:off x="0" y="0"/>
          <a:ext cx="0" cy="0"/>
          <a:chOff x="0" y="0"/>
          <a:chExt cx="0" cy="0"/>
        </a:xfrm>
      </p:grpSpPr>
      <p:sp>
        <p:nvSpPr>
          <p:cNvPr id="5" name="Rectangle 4"/>
          <p:cNvSpPr/>
          <p:nvPr/>
        </p:nvSpPr>
        <p:spPr>
          <a:xfrm>
            <a:off x="-164123" y="-164123"/>
            <a:ext cx="12707815" cy="7526215"/>
          </a:xfrm>
          <a:prstGeom prst="rect">
            <a:avLst/>
          </a:prstGeom>
          <a:solidFill>
            <a:schemeClr val="tx2">
              <a:lumMod val="90000"/>
              <a:lumOff val="10000"/>
              <a:alpha val="4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p:cNvSpPr/>
          <p:nvPr/>
        </p:nvSpPr>
        <p:spPr>
          <a:xfrm>
            <a:off x="608058" y="3125708"/>
            <a:ext cx="2396425" cy="36933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610536" y="3125582"/>
            <a:ext cx="2473754" cy="369332"/>
          </a:xfrm>
          <a:prstGeom prst="rect">
            <a:avLst/>
          </a:prstGeom>
        </p:spPr>
        <p:txBody>
          <a:bodyPr wrap="none">
            <a:spAutoFit/>
          </a:bodyPr>
          <a:lstStyle/>
          <a:p>
            <a:r>
              <a:rPr lang="en-ID" dirty="0">
                <a:solidFill>
                  <a:schemeClr val="bg1"/>
                </a:solidFill>
                <a:latin typeface="Cascadia Mono SemiBold" panose="020B0609020000020004" pitchFamily="49" charset="0"/>
                <a:ea typeface="Cascadia Mono SemiBold" panose="020B0609020000020004" pitchFamily="49" charset="0"/>
                <a:cs typeface="Cascadia Mono SemiBold" panose="020B0609020000020004" pitchFamily="49" charset="0"/>
              </a:rPr>
              <a:t>1.AI INTRODUCTION</a:t>
            </a:r>
            <a:endParaRPr lang="en-US" dirty="0">
              <a:solidFill>
                <a:schemeClr val="bg1"/>
              </a:solidFill>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
        <p:nvSpPr>
          <p:cNvPr id="39" name="Rounded Rectangle 38"/>
          <p:cNvSpPr/>
          <p:nvPr/>
        </p:nvSpPr>
        <p:spPr>
          <a:xfrm>
            <a:off x="8080376" y="4591726"/>
            <a:ext cx="3286748" cy="36933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8091676" y="4597523"/>
            <a:ext cx="3281668" cy="369332"/>
          </a:xfrm>
          <a:prstGeom prst="rect">
            <a:avLst/>
          </a:prstGeom>
        </p:spPr>
        <p:txBody>
          <a:bodyPr wrap="none">
            <a:spAutoFit/>
          </a:bodyPr>
          <a:lstStyle/>
          <a:p>
            <a:r>
              <a:rPr lang="en-ID" dirty="0">
                <a:solidFill>
                  <a:schemeClr val="bg1"/>
                </a:solidFill>
                <a:latin typeface="Cascadia Mono SemiBold" panose="020B0609020000020004" pitchFamily="49" charset="0"/>
                <a:ea typeface="Cascadia Mono SemiBold" panose="020B0609020000020004" pitchFamily="49" charset="0"/>
                <a:cs typeface="Cascadia Mono SemiBold" panose="020B0609020000020004" pitchFamily="49" charset="0"/>
              </a:rPr>
              <a:t>4.DON’T HAVE ANY SKILLS</a:t>
            </a:r>
          </a:p>
        </p:txBody>
      </p:sp>
      <p:sp>
        <p:nvSpPr>
          <p:cNvPr id="40" name="Rounded Rectangle 39"/>
          <p:cNvSpPr/>
          <p:nvPr/>
        </p:nvSpPr>
        <p:spPr>
          <a:xfrm>
            <a:off x="5569543" y="3125582"/>
            <a:ext cx="2396425" cy="36933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p:cNvSpPr/>
          <p:nvPr/>
        </p:nvSpPr>
        <p:spPr>
          <a:xfrm>
            <a:off x="3039566" y="4595488"/>
            <a:ext cx="2619366" cy="389957"/>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5"/>
          <p:cNvSpPr/>
          <p:nvPr/>
        </p:nvSpPr>
        <p:spPr>
          <a:xfrm rot="2556097">
            <a:off x="7649198" y="2926462"/>
            <a:ext cx="719680" cy="2463136"/>
          </a:xfrm>
          <a:custGeom>
            <a:avLst/>
            <a:gdLst>
              <a:gd name="connsiteX0" fmla="*/ 0 w 718698"/>
              <a:gd name="connsiteY0" fmla="*/ 123566 h 2463136"/>
              <a:gd name="connsiteX1" fmla="*/ 123566 w 718698"/>
              <a:gd name="connsiteY1" fmla="*/ 0 h 2463136"/>
              <a:gd name="connsiteX2" fmla="*/ 595132 w 718698"/>
              <a:gd name="connsiteY2" fmla="*/ 0 h 2463136"/>
              <a:gd name="connsiteX3" fmla="*/ 718698 w 718698"/>
              <a:gd name="connsiteY3" fmla="*/ 123566 h 2463136"/>
              <a:gd name="connsiteX4" fmla="*/ 718698 w 718698"/>
              <a:gd name="connsiteY4" fmla="*/ 2339570 h 2463136"/>
              <a:gd name="connsiteX5" fmla="*/ 595132 w 718698"/>
              <a:gd name="connsiteY5" fmla="*/ 2463136 h 2463136"/>
              <a:gd name="connsiteX6" fmla="*/ 123566 w 718698"/>
              <a:gd name="connsiteY6" fmla="*/ 2463136 h 2463136"/>
              <a:gd name="connsiteX7" fmla="*/ 0 w 718698"/>
              <a:gd name="connsiteY7" fmla="*/ 2339570 h 2463136"/>
              <a:gd name="connsiteX8" fmla="*/ 0 w 718698"/>
              <a:gd name="connsiteY8" fmla="*/ 123566 h 2463136"/>
              <a:gd name="connsiteX0" fmla="*/ 41 w 718739"/>
              <a:gd name="connsiteY0" fmla="*/ 123566 h 2463136"/>
              <a:gd name="connsiteX1" fmla="*/ 123607 w 718739"/>
              <a:gd name="connsiteY1" fmla="*/ 0 h 2463136"/>
              <a:gd name="connsiteX2" fmla="*/ 595173 w 718739"/>
              <a:gd name="connsiteY2" fmla="*/ 0 h 2463136"/>
              <a:gd name="connsiteX3" fmla="*/ 718739 w 718739"/>
              <a:gd name="connsiteY3" fmla="*/ 123566 h 2463136"/>
              <a:gd name="connsiteX4" fmla="*/ 718739 w 718739"/>
              <a:gd name="connsiteY4" fmla="*/ 2339570 h 2463136"/>
              <a:gd name="connsiteX5" fmla="*/ 595173 w 718739"/>
              <a:gd name="connsiteY5" fmla="*/ 2463136 h 2463136"/>
              <a:gd name="connsiteX6" fmla="*/ 123607 w 718739"/>
              <a:gd name="connsiteY6" fmla="*/ 2463136 h 2463136"/>
              <a:gd name="connsiteX7" fmla="*/ 41 w 718739"/>
              <a:gd name="connsiteY7" fmla="*/ 2339570 h 2463136"/>
              <a:gd name="connsiteX8" fmla="*/ 199556 w 718739"/>
              <a:gd name="connsiteY8" fmla="*/ 1113878 h 2463136"/>
              <a:gd name="connsiteX9" fmla="*/ 41 w 718739"/>
              <a:gd name="connsiteY9" fmla="*/ 123566 h 2463136"/>
              <a:gd name="connsiteX0" fmla="*/ 41 w 718739"/>
              <a:gd name="connsiteY0" fmla="*/ 123566 h 2463136"/>
              <a:gd name="connsiteX1" fmla="*/ 123607 w 718739"/>
              <a:gd name="connsiteY1" fmla="*/ 0 h 2463136"/>
              <a:gd name="connsiteX2" fmla="*/ 595173 w 718739"/>
              <a:gd name="connsiteY2" fmla="*/ 0 h 2463136"/>
              <a:gd name="connsiteX3" fmla="*/ 718739 w 718739"/>
              <a:gd name="connsiteY3" fmla="*/ 123566 h 2463136"/>
              <a:gd name="connsiteX4" fmla="*/ 486072 w 718739"/>
              <a:gd name="connsiteY4" fmla="*/ 1140259 h 2463136"/>
              <a:gd name="connsiteX5" fmla="*/ 718739 w 718739"/>
              <a:gd name="connsiteY5" fmla="*/ 2339570 h 2463136"/>
              <a:gd name="connsiteX6" fmla="*/ 595173 w 718739"/>
              <a:gd name="connsiteY6" fmla="*/ 2463136 h 2463136"/>
              <a:gd name="connsiteX7" fmla="*/ 123607 w 718739"/>
              <a:gd name="connsiteY7" fmla="*/ 2463136 h 2463136"/>
              <a:gd name="connsiteX8" fmla="*/ 41 w 718739"/>
              <a:gd name="connsiteY8" fmla="*/ 2339570 h 2463136"/>
              <a:gd name="connsiteX9" fmla="*/ 199556 w 718739"/>
              <a:gd name="connsiteY9" fmla="*/ 1113878 h 2463136"/>
              <a:gd name="connsiteX10" fmla="*/ 41 w 718739"/>
              <a:gd name="connsiteY10" fmla="*/ 123566 h 2463136"/>
              <a:gd name="connsiteX0" fmla="*/ 47 w 718745"/>
              <a:gd name="connsiteY0" fmla="*/ 123566 h 2463136"/>
              <a:gd name="connsiteX1" fmla="*/ 123613 w 718745"/>
              <a:gd name="connsiteY1" fmla="*/ 0 h 2463136"/>
              <a:gd name="connsiteX2" fmla="*/ 595179 w 718745"/>
              <a:gd name="connsiteY2" fmla="*/ 0 h 2463136"/>
              <a:gd name="connsiteX3" fmla="*/ 718745 w 718745"/>
              <a:gd name="connsiteY3" fmla="*/ 123566 h 2463136"/>
              <a:gd name="connsiteX4" fmla="*/ 486078 w 718745"/>
              <a:gd name="connsiteY4" fmla="*/ 1140259 h 2463136"/>
              <a:gd name="connsiteX5" fmla="*/ 718745 w 718745"/>
              <a:gd name="connsiteY5" fmla="*/ 2339570 h 2463136"/>
              <a:gd name="connsiteX6" fmla="*/ 595179 w 718745"/>
              <a:gd name="connsiteY6" fmla="*/ 2463136 h 2463136"/>
              <a:gd name="connsiteX7" fmla="*/ 123613 w 718745"/>
              <a:gd name="connsiteY7" fmla="*/ 2463136 h 2463136"/>
              <a:gd name="connsiteX8" fmla="*/ 47 w 718745"/>
              <a:gd name="connsiteY8" fmla="*/ 2339570 h 2463136"/>
              <a:gd name="connsiteX9" fmla="*/ 170850 w 718745"/>
              <a:gd name="connsiteY9" fmla="*/ 1112676 h 2463136"/>
              <a:gd name="connsiteX10" fmla="*/ 47 w 718745"/>
              <a:gd name="connsiteY10" fmla="*/ 123566 h 2463136"/>
              <a:gd name="connsiteX0" fmla="*/ 211 w 718909"/>
              <a:gd name="connsiteY0" fmla="*/ 123566 h 2463136"/>
              <a:gd name="connsiteX1" fmla="*/ 123777 w 718909"/>
              <a:gd name="connsiteY1" fmla="*/ 0 h 2463136"/>
              <a:gd name="connsiteX2" fmla="*/ 595343 w 718909"/>
              <a:gd name="connsiteY2" fmla="*/ 0 h 2463136"/>
              <a:gd name="connsiteX3" fmla="*/ 718909 w 718909"/>
              <a:gd name="connsiteY3" fmla="*/ 123566 h 2463136"/>
              <a:gd name="connsiteX4" fmla="*/ 486242 w 718909"/>
              <a:gd name="connsiteY4" fmla="*/ 1140259 h 2463136"/>
              <a:gd name="connsiteX5" fmla="*/ 718909 w 718909"/>
              <a:gd name="connsiteY5" fmla="*/ 2339570 h 2463136"/>
              <a:gd name="connsiteX6" fmla="*/ 595343 w 718909"/>
              <a:gd name="connsiteY6" fmla="*/ 2463136 h 2463136"/>
              <a:gd name="connsiteX7" fmla="*/ 123777 w 718909"/>
              <a:gd name="connsiteY7" fmla="*/ 2463136 h 2463136"/>
              <a:gd name="connsiteX8" fmla="*/ 211 w 718909"/>
              <a:gd name="connsiteY8" fmla="*/ 2339570 h 2463136"/>
              <a:gd name="connsiteX9" fmla="*/ 158914 w 718909"/>
              <a:gd name="connsiteY9" fmla="*/ 1744933 h 2463136"/>
              <a:gd name="connsiteX10" fmla="*/ 171014 w 718909"/>
              <a:gd name="connsiteY10" fmla="*/ 1112676 h 2463136"/>
              <a:gd name="connsiteX11" fmla="*/ 211 w 718909"/>
              <a:gd name="connsiteY11" fmla="*/ 123566 h 2463136"/>
              <a:gd name="connsiteX0" fmla="*/ 211 w 718909"/>
              <a:gd name="connsiteY0" fmla="*/ 123566 h 2463136"/>
              <a:gd name="connsiteX1" fmla="*/ 123777 w 718909"/>
              <a:gd name="connsiteY1" fmla="*/ 0 h 2463136"/>
              <a:gd name="connsiteX2" fmla="*/ 595343 w 718909"/>
              <a:gd name="connsiteY2" fmla="*/ 0 h 2463136"/>
              <a:gd name="connsiteX3" fmla="*/ 718909 w 718909"/>
              <a:gd name="connsiteY3" fmla="*/ 123566 h 2463136"/>
              <a:gd name="connsiteX4" fmla="*/ 486242 w 718909"/>
              <a:gd name="connsiteY4" fmla="*/ 1140259 h 2463136"/>
              <a:gd name="connsiteX5" fmla="*/ 540246 w 718909"/>
              <a:gd name="connsiteY5" fmla="*/ 1739334 h 2463136"/>
              <a:gd name="connsiteX6" fmla="*/ 718909 w 718909"/>
              <a:gd name="connsiteY6" fmla="*/ 2339570 h 2463136"/>
              <a:gd name="connsiteX7" fmla="*/ 595343 w 718909"/>
              <a:gd name="connsiteY7" fmla="*/ 2463136 h 2463136"/>
              <a:gd name="connsiteX8" fmla="*/ 123777 w 718909"/>
              <a:gd name="connsiteY8" fmla="*/ 2463136 h 2463136"/>
              <a:gd name="connsiteX9" fmla="*/ 211 w 718909"/>
              <a:gd name="connsiteY9" fmla="*/ 2339570 h 2463136"/>
              <a:gd name="connsiteX10" fmla="*/ 158914 w 718909"/>
              <a:gd name="connsiteY10" fmla="*/ 1744933 h 2463136"/>
              <a:gd name="connsiteX11" fmla="*/ 171014 w 718909"/>
              <a:gd name="connsiteY11" fmla="*/ 1112676 h 2463136"/>
              <a:gd name="connsiteX12" fmla="*/ 211 w 718909"/>
              <a:gd name="connsiteY12" fmla="*/ 123566 h 2463136"/>
              <a:gd name="connsiteX0" fmla="*/ 211 w 719097"/>
              <a:gd name="connsiteY0" fmla="*/ 123566 h 2463136"/>
              <a:gd name="connsiteX1" fmla="*/ 123777 w 719097"/>
              <a:gd name="connsiteY1" fmla="*/ 0 h 2463136"/>
              <a:gd name="connsiteX2" fmla="*/ 595343 w 719097"/>
              <a:gd name="connsiteY2" fmla="*/ 0 h 2463136"/>
              <a:gd name="connsiteX3" fmla="*/ 718909 w 719097"/>
              <a:gd name="connsiteY3" fmla="*/ 123566 h 2463136"/>
              <a:gd name="connsiteX4" fmla="*/ 532729 w 719097"/>
              <a:gd name="connsiteY4" fmla="*/ 545395 h 2463136"/>
              <a:gd name="connsiteX5" fmla="*/ 486242 w 719097"/>
              <a:gd name="connsiteY5" fmla="*/ 1140259 h 2463136"/>
              <a:gd name="connsiteX6" fmla="*/ 540246 w 719097"/>
              <a:gd name="connsiteY6" fmla="*/ 1739334 h 2463136"/>
              <a:gd name="connsiteX7" fmla="*/ 718909 w 719097"/>
              <a:gd name="connsiteY7" fmla="*/ 2339570 h 2463136"/>
              <a:gd name="connsiteX8" fmla="*/ 595343 w 719097"/>
              <a:gd name="connsiteY8" fmla="*/ 2463136 h 2463136"/>
              <a:gd name="connsiteX9" fmla="*/ 123777 w 719097"/>
              <a:gd name="connsiteY9" fmla="*/ 2463136 h 2463136"/>
              <a:gd name="connsiteX10" fmla="*/ 211 w 719097"/>
              <a:gd name="connsiteY10" fmla="*/ 2339570 h 2463136"/>
              <a:gd name="connsiteX11" fmla="*/ 158914 w 719097"/>
              <a:gd name="connsiteY11" fmla="*/ 1744933 h 2463136"/>
              <a:gd name="connsiteX12" fmla="*/ 171014 w 719097"/>
              <a:gd name="connsiteY12" fmla="*/ 1112676 h 2463136"/>
              <a:gd name="connsiteX13" fmla="*/ 211 w 719097"/>
              <a:gd name="connsiteY13" fmla="*/ 123566 h 2463136"/>
              <a:gd name="connsiteX0" fmla="*/ 553 w 719439"/>
              <a:gd name="connsiteY0" fmla="*/ 123566 h 2463136"/>
              <a:gd name="connsiteX1" fmla="*/ 124119 w 719439"/>
              <a:gd name="connsiteY1" fmla="*/ 0 h 2463136"/>
              <a:gd name="connsiteX2" fmla="*/ 595685 w 719439"/>
              <a:gd name="connsiteY2" fmla="*/ 0 h 2463136"/>
              <a:gd name="connsiteX3" fmla="*/ 719251 w 719439"/>
              <a:gd name="connsiteY3" fmla="*/ 123566 h 2463136"/>
              <a:gd name="connsiteX4" fmla="*/ 533071 w 719439"/>
              <a:gd name="connsiteY4" fmla="*/ 545395 h 2463136"/>
              <a:gd name="connsiteX5" fmla="*/ 486584 w 719439"/>
              <a:gd name="connsiteY5" fmla="*/ 1140259 h 2463136"/>
              <a:gd name="connsiteX6" fmla="*/ 540588 w 719439"/>
              <a:gd name="connsiteY6" fmla="*/ 1739334 h 2463136"/>
              <a:gd name="connsiteX7" fmla="*/ 719251 w 719439"/>
              <a:gd name="connsiteY7" fmla="*/ 2339570 h 2463136"/>
              <a:gd name="connsiteX8" fmla="*/ 595685 w 719439"/>
              <a:gd name="connsiteY8" fmla="*/ 2463136 h 2463136"/>
              <a:gd name="connsiteX9" fmla="*/ 124119 w 719439"/>
              <a:gd name="connsiteY9" fmla="*/ 2463136 h 2463136"/>
              <a:gd name="connsiteX10" fmla="*/ 553 w 719439"/>
              <a:gd name="connsiteY10" fmla="*/ 2339570 h 2463136"/>
              <a:gd name="connsiteX11" fmla="*/ 159256 w 719439"/>
              <a:gd name="connsiteY11" fmla="*/ 1744933 h 2463136"/>
              <a:gd name="connsiteX12" fmla="*/ 171356 w 719439"/>
              <a:gd name="connsiteY12" fmla="*/ 1112676 h 2463136"/>
              <a:gd name="connsiteX13" fmla="*/ 128101 w 719439"/>
              <a:gd name="connsiteY13" fmla="*/ 600338 h 2463136"/>
              <a:gd name="connsiteX14" fmla="*/ 553 w 719439"/>
              <a:gd name="connsiteY14" fmla="*/ 123566 h 2463136"/>
              <a:gd name="connsiteX0" fmla="*/ 553 w 719439"/>
              <a:gd name="connsiteY0" fmla="*/ 123566 h 2463136"/>
              <a:gd name="connsiteX1" fmla="*/ 124119 w 719439"/>
              <a:gd name="connsiteY1" fmla="*/ 0 h 2463136"/>
              <a:gd name="connsiteX2" fmla="*/ 595685 w 719439"/>
              <a:gd name="connsiteY2" fmla="*/ 0 h 2463136"/>
              <a:gd name="connsiteX3" fmla="*/ 719251 w 719439"/>
              <a:gd name="connsiteY3" fmla="*/ 123566 h 2463136"/>
              <a:gd name="connsiteX4" fmla="*/ 533071 w 719439"/>
              <a:gd name="connsiteY4" fmla="*/ 545395 h 2463136"/>
              <a:gd name="connsiteX5" fmla="*/ 486584 w 719439"/>
              <a:gd name="connsiteY5" fmla="*/ 1140259 h 2463136"/>
              <a:gd name="connsiteX6" fmla="*/ 540588 w 719439"/>
              <a:gd name="connsiteY6" fmla="*/ 1739334 h 2463136"/>
              <a:gd name="connsiteX7" fmla="*/ 719251 w 719439"/>
              <a:gd name="connsiteY7" fmla="*/ 2339570 h 2463136"/>
              <a:gd name="connsiteX8" fmla="*/ 595685 w 719439"/>
              <a:gd name="connsiteY8" fmla="*/ 2463136 h 2463136"/>
              <a:gd name="connsiteX9" fmla="*/ 124119 w 719439"/>
              <a:gd name="connsiteY9" fmla="*/ 2463136 h 2463136"/>
              <a:gd name="connsiteX10" fmla="*/ 553 w 719439"/>
              <a:gd name="connsiteY10" fmla="*/ 2339570 h 2463136"/>
              <a:gd name="connsiteX11" fmla="*/ 159256 w 719439"/>
              <a:gd name="connsiteY11" fmla="*/ 1744933 h 2463136"/>
              <a:gd name="connsiteX12" fmla="*/ 157001 w 719439"/>
              <a:gd name="connsiteY12" fmla="*/ 1112075 h 2463136"/>
              <a:gd name="connsiteX13" fmla="*/ 128101 w 719439"/>
              <a:gd name="connsiteY13" fmla="*/ 600338 h 2463136"/>
              <a:gd name="connsiteX14" fmla="*/ 553 w 719439"/>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40829 w 719680"/>
              <a:gd name="connsiteY6" fmla="*/ 1739334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59497 w 719680"/>
              <a:gd name="connsiteY11" fmla="*/ 1744933 h 2463136"/>
              <a:gd name="connsiteX12" fmla="*/ 157242 w 719680"/>
              <a:gd name="connsiteY12" fmla="*/ 1112075 h 2463136"/>
              <a:gd name="connsiteX13" fmla="*/ 93354 w 719680"/>
              <a:gd name="connsiteY13" fmla="*/ 577300 h 2463136"/>
              <a:gd name="connsiteX14" fmla="*/ 794 w 719680"/>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40829 w 719680"/>
              <a:gd name="connsiteY6" fmla="*/ 1739334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14625 w 719680"/>
              <a:gd name="connsiteY11" fmla="*/ 1786196 h 2463136"/>
              <a:gd name="connsiteX12" fmla="*/ 157242 w 719680"/>
              <a:gd name="connsiteY12" fmla="*/ 1112075 h 2463136"/>
              <a:gd name="connsiteX13" fmla="*/ 93354 w 719680"/>
              <a:gd name="connsiteY13" fmla="*/ 577300 h 2463136"/>
              <a:gd name="connsiteX14" fmla="*/ 794 w 719680"/>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83897 w 719680"/>
              <a:gd name="connsiteY6" fmla="*/ 1741137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14625 w 719680"/>
              <a:gd name="connsiteY11" fmla="*/ 1786196 h 2463136"/>
              <a:gd name="connsiteX12" fmla="*/ 157242 w 719680"/>
              <a:gd name="connsiteY12" fmla="*/ 1112075 h 2463136"/>
              <a:gd name="connsiteX13" fmla="*/ 93354 w 719680"/>
              <a:gd name="connsiteY13" fmla="*/ 577300 h 2463136"/>
              <a:gd name="connsiteX14" fmla="*/ 794 w 719680"/>
              <a:gd name="connsiteY14" fmla="*/ 123566 h 2463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9680" h="2463136">
                <a:moveTo>
                  <a:pt x="794" y="123566"/>
                </a:moveTo>
                <a:cubicBezTo>
                  <a:pt x="794" y="55322"/>
                  <a:pt x="56116" y="0"/>
                  <a:pt x="124360" y="0"/>
                </a:cubicBezTo>
                <a:lnTo>
                  <a:pt x="595926" y="0"/>
                </a:lnTo>
                <a:cubicBezTo>
                  <a:pt x="664170" y="0"/>
                  <a:pt x="719492" y="55322"/>
                  <a:pt x="719492" y="123566"/>
                </a:cubicBezTo>
                <a:cubicBezTo>
                  <a:pt x="725805" y="215167"/>
                  <a:pt x="572090" y="375946"/>
                  <a:pt x="533312" y="545395"/>
                </a:cubicBezTo>
                <a:cubicBezTo>
                  <a:pt x="494534" y="714844"/>
                  <a:pt x="502320" y="941971"/>
                  <a:pt x="486825" y="1140259"/>
                </a:cubicBezTo>
                <a:cubicBezTo>
                  <a:pt x="528753" y="1340953"/>
                  <a:pt x="541969" y="1540443"/>
                  <a:pt x="583897" y="1741137"/>
                </a:cubicBezTo>
                <a:lnTo>
                  <a:pt x="719492" y="2339570"/>
                </a:lnTo>
                <a:cubicBezTo>
                  <a:pt x="719492" y="2407814"/>
                  <a:pt x="664170" y="2463136"/>
                  <a:pt x="595926" y="2463136"/>
                </a:cubicBezTo>
                <a:lnTo>
                  <a:pt x="124360" y="2463136"/>
                </a:lnTo>
                <a:cubicBezTo>
                  <a:pt x="56116" y="2463136"/>
                  <a:pt x="794" y="2407814"/>
                  <a:pt x="794" y="2339570"/>
                </a:cubicBezTo>
                <a:cubicBezTo>
                  <a:pt x="-5513" y="2224154"/>
                  <a:pt x="86158" y="1990678"/>
                  <a:pt x="114625" y="1786196"/>
                </a:cubicBezTo>
                <a:cubicBezTo>
                  <a:pt x="143092" y="1581714"/>
                  <a:pt x="172306" y="1296064"/>
                  <a:pt x="157242" y="1112075"/>
                </a:cubicBezTo>
                <a:cubicBezTo>
                  <a:pt x="142178" y="928086"/>
                  <a:pt x="121821" y="742152"/>
                  <a:pt x="93354" y="577300"/>
                </a:cubicBezTo>
                <a:cubicBezTo>
                  <a:pt x="64887" y="412448"/>
                  <a:pt x="-8414" y="230399"/>
                  <a:pt x="794" y="123566"/>
                </a:cubicBezTo>
                <a:close/>
              </a:path>
            </a:pathLst>
          </a:custGeom>
          <a:gradFill flip="none" rotWithShape="1">
            <a:gsLst>
              <a:gs pos="0">
                <a:schemeClr val="tx2">
                  <a:lumMod val="75000"/>
                  <a:lumOff val="25000"/>
                  <a:shade val="30000"/>
                  <a:satMod val="115000"/>
                </a:schemeClr>
              </a:gs>
              <a:gs pos="50000">
                <a:schemeClr val="tx2">
                  <a:lumMod val="75000"/>
                  <a:lumOff val="25000"/>
                  <a:shade val="67500"/>
                  <a:satMod val="115000"/>
                </a:schemeClr>
              </a:gs>
              <a:gs pos="100000">
                <a:schemeClr val="tx2">
                  <a:lumMod val="75000"/>
                  <a:lumOff val="25000"/>
                  <a:shade val="100000"/>
                  <a:satMod val="115000"/>
                </a:schemeClr>
              </a:gs>
            </a:gsLst>
            <a:lin ang="81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ed Rectangle 25"/>
          <p:cNvSpPr/>
          <p:nvPr/>
        </p:nvSpPr>
        <p:spPr>
          <a:xfrm rot="19089711">
            <a:off x="5186624" y="2933939"/>
            <a:ext cx="719680" cy="2463136"/>
          </a:xfrm>
          <a:custGeom>
            <a:avLst/>
            <a:gdLst>
              <a:gd name="connsiteX0" fmla="*/ 0 w 718698"/>
              <a:gd name="connsiteY0" fmla="*/ 123566 h 2463136"/>
              <a:gd name="connsiteX1" fmla="*/ 123566 w 718698"/>
              <a:gd name="connsiteY1" fmla="*/ 0 h 2463136"/>
              <a:gd name="connsiteX2" fmla="*/ 595132 w 718698"/>
              <a:gd name="connsiteY2" fmla="*/ 0 h 2463136"/>
              <a:gd name="connsiteX3" fmla="*/ 718698 w 718698"/>
              <a:gd name="connsiteY3" fmla="*/ 123566 h 2463136"/>
              <a:gd name="connsiteX4" fmla="*/ 718698 w 718698"/>
              <a:gd name="connsiteY4" fmla="*/ 2339570 h 2463136"/>
              <a:gd name="connsiteX5" fmla="*/ 595132 w 718698"/>
              <a:gd name="connsiteY5" fmla="*/ 2463136 h 2463136"/>
              <a:gd name="connsiteX6" fmla="*/ 123566 w 718698"/>
              <a:gd name="connsiteY6" fmla="*/ 2463136 h 2463136"/>
              <a:gd name="connsiteX7" fmla="*/ 0 w 718698"/>
              <a:gd name="connsiteY7" fmla="*/ 2339570 h 2463136"/>
              <a:gd name="connsiteX8" fmla="*/ 0 w 718698"/>
              <a:gd name="connsiteY8" fmla="*/ 123566 h 2463136"/>
              <a:gd name="connsiteX0" fmla="*/ 41 w 718739"/>
              <a:gd name="connsiteY0" fmla="*/ 123566 h 2463136"/>
              <a:gd name="connsiteX1" fmla="*/ 123607 w 718739"/>
              <a:gd name="connsiteY1" fmla="*/ 0 h 2463136"/>
              <a:gd name="connsiteX2" fmla="*/ 595173 w 718739"/>
              <a:gd name="connsiteY2" fmla="*/ 0 h 2463136"/>
              <a:gd name="connsiteX3" fmla="*/ 718739 w 718739"/>
              <a:gd name="connsiteY3" fmla="*/ 123566 h 2463136"/>
              <a:gd name="connsiteX4" fmla="*/ 718739 w 718739"/>
              <a:gd name="connsiteY4" fmla="*/ 2339570 h 2463136"/>
              <a:gd name="connsiteX5" fmla="*/ 595173 w 718739"/>
              <a:gd name="connsiteY5" fmla="*/ 2463136 h 2463136"/>
              <a:gd name="connsiteX6" fmla="*/ 123607 w 718739"/>
              <a:gd name="connsiteY6" fmla="*/ 2463136 h 2463136"/>
              <a:gd name="connsiteX7" fmla="*/ 41 w 718739"/>
              <a:gd name="connsiteY7" fmla="*/ 2339570 h 2463136"/>
              <a:gd name="connsiteX8" fmla="*/ 199556 w 718739"/>
              <a:gd name="connsiteY8" fmla="*/ 1113878 h 2463136"/>
              <a:gd name="connsiteX9" fmla="*/ 41 w 718739"/>
              <a:gd name="connsiteY9" fmla="*/ 123566 h 2463136"/>
              <a:gd name="connsiteX0" fmla="*/ 41 w 718739"/>
              <a:gd name="connsiteY0" fmla="*/ 123566 h 2463136"/>
              <a:gd name="connsiteX1" fmla="*/ 123607 w 718739"/>
              <a:gd name="connsiteY1" fmla="*/ 0 h 2463136"/>
              <a:gd name="connsiteX2" fmla="*/ 595173 w 718739"/>
              <a:gd name="connsiteY2" fmla="*/ 0 h 2463136"/>
              <a:gd name="connsiteX3" fmla="*/ 718739 w 718739"/>
              <a:gd name="connsiteY3" fmla="*/ 123566 h 2463136"/>
              <a:gd name="connsiteX4" fmla="*/ 486072 w 718739"/>
              <a:gd name="connsiteY4" fmla="*/ 1140259 h 2463136"/>
              <a:gd name="connsiteX5" fmla="*/ 718739 w 718739"/>
              <a:gd name="connsiteY5" fmla="*/ 2339570 h 2463136"/>
              <a:gd name="connsiteX6" fmla="*/ 595173 w 718739"/>
              <a:gd name="connsiteY6" fmla="*/ 2463136 h 2463136"/>
              <a:gd name="connsiteX7" fmla="*/ 123607 w 718739"/>
              <a:gd name="connsiteY7" fmla="*/ 2463136 h 2463136"/>
              <a:gd name="connsiteX8" fmla="*/ 41 w 718739"/>
              <a:gd name="connsiteY8" fmla="*/ 2339570 h 2463136"/>
              <a:gd name="connsiteX9" fmla="*/ 199556 w 718739"/>
              <a:gd name="connsiteY9" fmla="*/ 1113878 h 2463136"/>
              <a:gd name="connsiteX10" fmla="*/ 41 w 718739"/>
              <a:gd name="connsiteY10" fmla="*/ 123566 h 2463136"/>
              <a:gd name="connsiteX0" fmla="*/ 47 w 718745"/>
              <a:gd name="connsiteY0" fmla="*/ 123566 h 2463136"/>
              <a:gd name="connsiteX1" fmla="*/ 123613 w 718745"/>
              <a:gd name="connsiteY1" fmla="*/ 0 h 2463136"/>
              <a:gd name="connsiteX2" fmla="*/ 595179 w 718745"/>
              <a:gd name="connsiteY2" fmla="*/ 0 h 2463136"/>
              <a:gd name="connsiteX3" fmla="*/ 718745 w 718745"/>
              <a:gd name="connsiteY3" fmla="*/ 123566 h 2463136"/>
              <a:gd name="connsiteX4" fmla="*/ 486078 w 718745"/>
              <a:gd name="connsiteY4" fmla="*/ 1140259 h 2463136"/>
              <a:gd name="connsiteX5" fmla="*/ 718745 w 718745"/>
              <a:gd name="connsiteY5" fmla="*/ 2339570 h 2463136"/>
              <a:gd name="connsiteX6" fmla="*/ 595179 w 718745"/>
              <a:gd name="connsiteY6" fmla="*/ 2463136 h 2463136"/>
              <a:gd name="connsiteX7" fmla="*/ 123613 w 718745"/>
              <a:gd name="connsiteY7" fmla="*/ 2463136 h 2463136"/>
              <a:gd name="connsiteX8" fmla="*/ 47 w 718745"/>
              <a:gd name="connsiteY8" fmla="*/ 2339570 h 2463136"/>
              <a:gd name="connsiteX9" fmla="*/ 170850 w 718745"/>
              <a:gd name="connsiteY9" fmla="*/ 1112676 h 2463136"/>
              <a:gd name="connsiteX10" fmla="*/ 47 w 718745"/>
              <a:gd name="connsiteY10" fmla="*/ 123566 h 2463136"/>
              <a:gd name="connsiteX0" fmla="*/ 211 w 718909"/>
              <a:gd name="connsiteY0" fmla="*/ 123566 h 2463136"/>
              <a:gd name="connsiteX1" fmla="*/ 123777 w 718909"/>
              <a:gd name="connsiteY1" fmla="*/ 0 h 2463136"/>
              <a:gd name="connsiteX2" fmla="*/ 595343 w 718909"/>
              <a:gd name="connsiteY2" fmla="*/ 0 h 2463136"/>
              <a:gd name="connsiteX3" fmla="*/ 718909 w 718909"/>
              <a:gd name="connsiteY3" fmla="*/ 123566 h 2463136"/>
              <a:gd name="connsiteX4" fmla="*/ 486242 w 718909"/>
              <a:gd name="connsiteY4" fmla="*/ 1140259 h 2463136"/>
              <a:gd name="connsiteX5" fmla="*/ 718909 w 718909"/>
              <a:gd name="connsiteY5" fmla="*/ 2339570 h 2463136"/>
              <a:gd name="connsiteX6" fmla="*/ 595343 w 718909"/>
              <a:gd name="connsiteY6" fmla="*/ 2463136 h 2463136"/>
              <a:gd name="connsiteX7" fmla="*/ 123777 w 718909"/>
              <a:gd name="connsiteY7" fmla="*/ 2463136 h 2463136"/>
              <a:gd name="connsiteX8" fmla="*/ 211 w 718909"/>
              <a:gd name="connsiteY8" fmla="*/ 2339570 h 2463136"/>
              <a:gd name="connsiteX9" fmla="*/ 158914 w 718909"/>
              <a:gd name="connsiteY9" fmla="*/ 1744933 h 2463136"/>
              <a:gd name="connsiteX10" fmla="*/ 171014 w 718909"/>
              <a:gd name="connsiteY10" fmla="*/ 1112676 h 2463136"/>
              <a:gd name="connsiteX11" fmla="*/ 211 w 718909"/>
              <a:gd name="connsiteY11" fmla="*/ 123566 h 2463136"/>
              <a:gd name="connsiteX0" fmla="*/ 211 w 718909"/>
              <a:gd name="connsiteY0" fmla="*/ 123566 h 2463136"/>
              <a:gd name="connsiteX1" fmla="*/ 123777 w 718909"/>
              <a:gd name="connsiteY1" fmla="*/ 0 h 2463136"/>
              <a:gd name="connsiteX2" fmla="*/ 595343 w 718909"/>
              <a:gd name="connsiteY2" fmla="*/ 0 h 2463136"/>
              <a:gd name="connsiteX3" fmla="*/ 718909 w 718909"/>
              <a:gd name="connsiteY3" fmla="*/ 123566 h 2463136"/>
              <a:gd name="connsiteX4" fmla="*/ 486242 w 718909"/>
              <a:gd name="connsiteY4" fmla="*/ 1140259 h 2463136"/>
              <a:gd name="connsiteX5" fmla="*/ 540246 w 718909"/>
              <a:gd name="connsiteY5" fmla="*/ 1739334 h 2463136"/>
              <a:gd name="connsiteX6" fmla="*/ 718909 w 718909"/>
              <a:gd name="connsiteY6" fmla="*/ 2339570 h 2463136"/>
              <a:gd name="connsiteX7" fmla="*/ 595343 w 718909"/>
              <a:gd name="connsiteY7" fmla="*/ 2463136 h 2463136"/>
              <a:gd name="connsiteX8" fmla="*/ 123777 w 718909"/>
              <a:gd name="connsiteY8" fmla="*/ 2463136 h 2463136"/>
              <a:gd name="connsiteX9" fmla="*/ 211 w 718909"/>
              <a:gd name="connsiteY9" fmla="*/ 2339570 h 2463136"/>
              <a:gd name="connsiteX10" fmla="*/ 158914 w 718909"/>
              <a:gd name="connsiteY10" fmla="*/ 1744933 h 2463136"/>
              <a:gd name="connsiteX11" fmla="*/ 171014 w 718909"/>
              <a:gd name="connsiteY11" fmla="*/ 1112676 h 2463136"/>
              <a:gd name="connsiteX12" fmla="*/ 211 w 718909"/>
              <a:gd name="connsiteY12" fmla="*/ 123566 h 2463136"/>
              <a:gd name="connsiteX0" fmla="*/ 211 w 719097"/>
              <a:gd name="connsiteY0" fmla="*/ 123566 h 2463136"/>
              <a:gd name="connsiteX1" fmla="*/ 123777 w 719097"/>
              <a:gd name="connsiteY1" fmla="*/ 0 h 2463136"/>
              <a:gd name="connsiteX2" fmla="*/ 595343 w 719097"/>
              <a:gd name="connsiteY2" fmla="*/ 0 h 2463136"/>
              <a:gd name="connsiteX3" fmla="*/ 718909 w 719097"/>
              <a:gd name="connsiteY3" fmla="*/ 123566 h 2463136"/>
              <a:gd name="connsiteX4" fmla="*/ 532729 w 719097"/>
              <a:gd name="connsiteY4" fmla="*/ 545395 h 2463136"/>
              <a:gd name="connsiteX5" fmla="*/ 486242 w 719097"/>
              <a:gd name="connsiteY5" fmla="*/ 1140259 h 2463136"/>
              <a:gd name="connsiteX6" fmla="*/ 540246 w 719097"/>
              <a:gd name="connsiteY6" fmla="*/ 1739334 h 2463136"/>
              <a:gd name="connsiteX7" fmla="*/ 718909 w 719097"/>
              <a:gd name="connsiteY7" fmla="*/ 2339570 h 2463136"/>
              <a:gd name="connsiteX8" fmla="*/ 595343 w 719097"/>
              <a:gd name="connsiteY8" fmla="*/ 2463136 h 2463136"/>
              <a:gd name="connsiteX9" fmla="*/ 123777 w 719097"/>
              <a:gd name="connsiteY9" fmla="*/ 2463136 h 2463136"/>
              <a:gd name="connsiteX10" fmla="*/ 211 w 719097"/>
              <a:gd name="connsiteY10" fmla="*/ 2339570 h 2463136"/>
              <a:gd name="connsiteX11" fmla="*/ 158914 w 719097"/>
              <a:gd name="connsiteY11" fmla="*/ 1744933 h 2463136"/>
              <a:gd name="connsiteX12" fmla="*/ 171014 w 719097"/>
              <a:gd name="connsiteY12" fmla="*/ 1112676 h 2463136"/>
              <a:gd name="connsiteX13" fmla="*/ 211 w 719097"/>
              <a:gd name="connsiteY13" fmla="*/ 123566 h 2463136"/>
              <a:gd name="connsiteX0" fmla="*/ 553 w 719439"/>
              <a:gd name="connsiteY0" fmla="*/ 123566 h 2463136"/>
              <a:gd name="connsiteX1" fmla="*/ 124119 w 719439"/>
              <a:gd name="connsiteY1" fmla="*/ 0 h 2463136"/>
              <a:gd name="connsiteX2" fmla="*/ 595685 w 719439"/>
              <a:gd name="connsiteY2" fmla="*/ 0 h 2463136"/>
              <a:gd name="connsiteX3" fmla="*/ 719251 w 719439"/>
              <a:gd name="connsiteY3" fmla="*/ 123566 h 2463136"/>
              <a:gd name="connsiteX4" fmla="*/ 533071 w 719439"/>
              <a:gd name="connsiteY4" fmla="*/ 545395 h 2463136"/>
              <a:gd name="connsiteX5" fmla="*/ 486584 w 719439"/>
              <a:gd name="connsiteY5" fmla="*/ 1140259 h 2463136"/>
              <a:gd name="connsiteX6" fmla="*/ 540588 w 719439"/>
              <a:gd name="connsiteY6" fmla="*/ 1739334 h 2463136"/>
              <a:gd name="connsiteX7" fmla="*/ 719251 w 719439"/>
              <a:gd name="connsiteY7" fmla="*/ 2339570 h 2463136"/>
              <a:gd name="connsiteX8" fmla="*/ 595685 w 719439"/>
              <a:gd name="connsiteY8" fmla="*/ 2463136 h 2463136"/>
              <a:gd name="connsiteX9" fmla="*/ 124119 w 719439"/>
              <a:gd name="connsiteY9" fmla="*/ 2463136 h 2463136"/>
              <a:gd name="connsiteX10" fmla="*/ 553 w 719439"/>
              <a:gd name="connsiteY10" fmla="*/ 2339570 h 2463136"/>
              <a:gd name="connsiteX11" fmla="*/ 159256 w 719439"/>
              <a:gd name="connsiteY11" fmla="*/ 1744933 h 2463136"/>
              <a:gd name="connsiteX12" fmla="*/ 171356 w 719439"/>
              <a:gd name="connsiteY12" fmla="*/ 1112676 h 2463136"/>
              <a:gd name="connsiteX13" fmla="*/ 128101 w 719439"/>
              <a:gd name="connsiteY13" fmla="*/ 600338 h 2463136"/>
              <a:gd name="connsiteX14" fmla="*/ 553 w 719439"/>
              <a:gd name="connsiteY14" fmla="*/ 123566 h 2463136"/>
              <a:gd name="connsiteX0" fmla="*/ 553 w 719439"/>
              <a:gd name="connsiteY0" fmla="*/ 123566 h 2463136"/>
              <a:gd name="connsiteX1" fmla="*/ 124119 w 719439"/>
              <a:gd name="connsiteY1" fmla="*/ 0 h 2463136"/>
              <a:gd name="connsiteX2" fmla="*/ 595685 w 719439"/>
              <a:gd name="connsiteY2" fmla="*/ 0 h 2463136"/>
              <a:gd name="connsiteX3" fmla="*/ 719251 w 719439"/>
              <a:gd name="connsiteY3" fmla="*/ 123566 h 2463136"/>
              <a:gd name="connsiteX4" fmla="*/ 533071 w 719439"/>
              <a:gd name="connsiteY4" fmla="*/ 545395 h 2463136"/>
              <a:gd name="connsiteX5" fmla="*/ 486584 w 719439"/>
              <a:gd name="connsiteY5" fmla="*/ 1140259 h 2463136"/>
              <a:gd name="connsiteX6" fmla="*/ 540588 w 719439"/>
              <a:gd name="connsiteY6" fmla="*/ 1739334 h 2463136"/>
              <a:gd name="connsiteX7" fmla="*/ 719251 w 719439"/>
              <a:gd name="connsiteY7" fmla="*/ 2339570 h 2463136"/>
              <a:gd name="connsiteX8" fmla="*/ 595685 w 719439"/>
              <a:gd name="connsiteY8" fmla="*/ 2463136 h 2463136"/>
              <a:gd name="connsiteX9" fmla="*/ 124119 w 719439"/>
              <a:gd name="connsiteY9" fmla="*/ 2463136 h 2463136"/>
              <a:gd name="connsiteX10" fmla="*/ 553 w 719439"/>
              <a:gd name="connsiteY10" fmla="*/ 2339570 h 2463136"/>
              <a:gd name="connsiteX11" fmla="*/ 159256 w 719439"/>
              <a:gd name="connsiteY11" fmla="*/ 1744933 h 2463136"/>
              <a:gd name="connsiteX12" fmla="*/ 157001 w 719439"/>
              <a:gd name="connsiteY12" fmla="*/ 1112075 h 2463136"/>
              <a:gd name="connsiteX13" fmla="*/ 128101 w 719439"/>
              <a:gd name="connsiteY13" fmla="*/ 600338 h 2463136"/>
              <a:gd name="connsiteX14" fmla="*/ 553 w 719439"/>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40829 w 719680"/>
              <a:gd name="connsiteY6" fmla="*/ 1739334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59497 w 719680"/>
              <a:gd name="connsiteY11" fmla="*/ 1744933 h 2463136"/>
              <a:gd name="connsiteX12" fmla="*/ 157242 w 719680"/>
              <a:gd name="connsiteY12" fmla="*/ 1112075 h 2463136"/>
              <a:gd name="connsiteX13" fmla="*/ 93354 w 719680"/>
              <a:gd name="connsiteY13" fmla="*/ 577300 h 2463136"/>
              <a:gd name="connsiteX14" fmla="*/ 794 w 719680"/>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40829 w 719680"/>
              <a:gd name="connsiteY6" fmla="*/ 1739334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14625 w 719680"/>
              <a:gd name="connsiteY11" fmla="*/ 1786196 h 2463136"/>
              <a:gd name="connsiteX12" fmla="*/ 157242 w 719680"/>
              <a:gd name="connsiteY12" fmla="*/ 1112075 h 2463136"/>
              <a:gd name="connsiteX13" fmla="*/ 93354 w 719680"/>
              <a:gd name="connsiteY13" fmla="*/ 577300 h 2463136"/>
              <a:gd name="connsiteX14" fmla="*/ 794 w 719680"/>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83897 w 719680"/>
              <a:gd name="connsiteY6" fmla="*/ 1741137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14625 w 719680"/>
              <a:gd name="connsiteY11" fmla="*/ 1786196 h 2463136"/>
              <a:gd name="connsiteX12" fmla="*/ 157242 w 719680"/>
              <a:gd name="connsiteY12" fmla="*/ 1112075 h 2463136"/>
              <a:gd name="connsiteX13" fmla="*/ 93354 w 719680"/>
              <a:gd name="connsiteY13" fmla="*/ 577300 h 2463136"/>
              <a:gd name="connsiteX14" fmla="*/ 794 w 719680"/>
              <a:gd name="connsiteY14" fmla="*/ 123566 h 2463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9680" h="2463136">
                <a:moveTo>
                  <a:pt x="794" y="123566"/>
                </a:moveTo>
                <a:cubicBezTo>
                  <a:pt x="794" y="55322"/>
                  <a:pt x="56116" y="0"/>
                  <a:pt x="124360" y="0"/>
                </a:cubicBezTo>
                <a:lnTo>
                  <a:pt x="595926" y="0"/>
                </a:lnTo>
                <a:cubicBezTo>
                  <a:pt x="664170" y="0"/>
                  <a:pt x="719492" y="55322"/>
                  <a:pt x="719492" y="123566"/>
                </a:cubicBezTo>
                <a:cubicBezTo>
                  <a:pt x="725805" y="215167"/>
                  <a:pt x="572090" y="375946"/>
                  <a:pt x="533312" y="545395"/>
                </a:cubicBezTo>
                <a:cubicBezTo>
                  <a:pt x="494534" y="714844"/>
                  <a:pt x="502320" y="941971"/>
                  <a:pt x="486825" y="1140259"/>
                </a:cubicBezTo>
                <a:cubicBezTo>
                  <a:pt x="528753" y="1340953"/>
                  <a:pt x="541969" y="1540443"/>
                  <a:pt x="583897" y="1741137"/>
                </a:cubicBezTo>
                <a:lnTo>
                  <a:pt x="719492" y="2339570"/>
                </a:lnTo>
                <a:cubicBezTo>
                  <a:pt x="719492" y="2407814"/>
                  <a:pt x="664170" y="2463136"/>
                  <a:pt x="595926" y="2463136"/>
                </a:cubicBezTo>
                <a:lnTo>
                  <a:pt x="124360" y="2463136"/>
                </a:lnTo>
                <a:cubicBezTo>
                  <a:pt x="56116" y="2463136"/>
                  <a:pt x="794" y="2407814"/>
                  <a:pt x="794" y="2339570"/>
                </a:cubicBezTo>
                <a:cubicBezTo>
                  <a:pt x="-5513" y="2224154"/>
                  <a:pt x="86158" y="1990678"/>
                  <a:pt x="114625" y="1786196"/>
                </a:cubicBezTo>
                <a:cubicBezTo>
                  <a:pt x="143092" y="1581714"/>
                  <a:pt x="172306" y="1296064"/>
                  <a:pt x="157242" y="1112075"/>
                </a:cubicBezTo>
                <a:cubicBezTo>
                  <a:pt x="142178" y="928086"/>
                  <a:pt x="121821" y="742152"/>
                  <a:pt x="93354" y="577300"/>
                </a:cubicBezTo>
                <a:cubicBezTo>
                  <a:pt x="64887" y="412448"/>
                  <a:pt x="-8414" y="230399"/>
                  <a:pt x="794" y="123566"/>
                </a:cubicBezTo>
                <a:close/>
              </a:path>
            </a:pathLst>
          </a:custGeom>
          <a:gradFill flip="none" rotWithShape="1">
            <a:gsLst>
              <a:gs pos="0">
                <a:schemeClr val="tx2">
                  <a:lumMod val="75000"/>
                  <a:lumOff val="25000"/>
                  <a:shade val="30000"/>
                  <a:satMod val="115000"/>
                </a:schemeClr>
              </a:gs>
              <a:gs pos="50000">
                <a:schemeClr val="tx2">
                  <a:lumMod val="75000"/>
                  <a:lumOff val="25000"/>
                  <a:shade val="67500"/>
                  <a:satMod val="115000"/>
                </a:schemeClr>
              </a:gs>
              <a:gs pos="100000">
                <a:schemeClr val="tx2">
                  <a:lumMod val="75000"/>
                  <a:lumOff val="25000"/>
                  <a:shade val="100000"/>
                  <a:satMod val="115000"/>
                </a:schemeClr>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p:nvSpPr>
        <p:spPr>
          <a:xfrm rot="2556097">
            <a:off x="2644643" y="2996566"/>
            <a:ext cx="719680" cy="2463136"/>
          </a:xfrm>
          <a:custGeom>
            <a:avLst/>
            <a:gdLst>
              <a:gd name="connsiteX0" fmla="*/ 0 w 718698"/>
              <a:gd name="connsiteY0" fmla="*/ 123566 h 2463136"/>
              <a:gd name="connsiteX1" fmla="*/ 123566 w 718698"/>
              <a:gd name="connsiteY1" fmla="*/ 0 h 2463136"/>
              <a:gd name="connsiteX2" fmla="*/ 595132 w 718698"/>
              <a:gd name="connsiteY2" fmla="*/ 0 h 2463136"/>
              <a:gd name="connsiteX3" fmla="*/ 718698 w 718698"/>
              <a:gd name="connsiteY3" fmla="*/ 123566 h 2463136"/>
              <a:gd name="connsiteX4" fmla="*/ 718698 w 718698"/>
              <a:gd name="connsiteY4" fmla="*/ 2339570 h 2463136"/>
              <a:gd name="connsiteX5" fmla="*/ 595132 w 718698"/>
              <a:gd name="connsiteY5" fmla="*/ 2463136 h 2463136"/>
              <a:gd name="connsiteX6" fmla="*/ 123566 w 718698"/>
              <a:gd name="connsiteY6" fmla="*/ 2463136 h 2463136"/>
              <a:gd name="connsiteX7" fmla="*/ 0 w 718698"/>
              <a:gd name="connsiteY7" fmla="*/ 2339570 h 2463136"/>
              <a:gd name="connsiteX8" fmla="*/ 0 w 718698"/>
              <a:gd name="connsiteY8" fmla="*/ 123566 h 2463136"/>
              <a:gd name="connsiteX0" fmla="*/ 41 w 718739"/>
              <a:gd name="connsiteY0" fmla="*/ 123566 h 2463136"/>
              <a:gd name="connsiteX1" fmla="*/ 123607 w 718739"/>
              <a:gd name="connsiteY1" fmla="*/ 0 h 2463136"/>
              <a:gd name="connsiteX2" fmla="*/ 595173 w 718739"/>
              <a:gd name="connsiteY2" fmla="*/ 0 h 2463136"/>
              <a:gd name="connsiteX3" fmla="*/ 718739 w 718739"/>
              <a:gd name="connsiteY3" fmla="*/ 123566 h 2463136"/>
              <a:gd name="connsiteX4" fmla="*/ 718739 w 718739"/>
              <a:gd name="connsiteY4" fmla="*/ 2339570 h 2463136"/>
              <a:gd name="connsiteX5" fmla="*/ 595173 w 718739"/>
              <a:gd name="connsiteY5" fmla="*/ 2463136 h 2463136"/>
              <a:gd name="connsiteX6" fmla="*/ 123607 w 718739"/>
              <a:gd name="connsiteY6" fmla="*/ 2463136 h 2463136"/>
              <a:gd name="connsiteX7" fmla="*/ 41 w 718739"/>
              <a:gd name="connsiteY7" fmla="*/ 2339570 h 2463136"/>
              <a:gd name="connsiteX8" fmla="*/ 199556 w 718739"/>
              <a:gd name="connsiteY8" fmla="*/ 1113878 h 2463136"/>
              <a:gd name="connsiteX9" fmla="*/ 41 w 718739"/>
              <a:gd name="connsiteY9" fmla="*/ 123566 h 2463136"/>
              <a:gd name="connsiteX0" fmla="*/ 41 w 718739"/>
              <a:gd name="connsiteY0" fmla="*/ 123566 h 2463136"/>
              <a:gd name="connsiteX1" fmla="*/ 123607 w 718739"/>
              <a:gd name="connsiteY1" fmla="*/ 0 h 2463136"/>
              <a:gd name="connsiteX2" fmla="*/ 595173 w 718739"/>
              <a:gd name="connsiteY2" fmla="*/ 0 h 2463136"/>
              <a:gd name="connsiteX3" fmla="*/ 718739 w 718739"/>
              <a:gd name="connsiteY3" fmla="*/ 123566 h 2463136"/>
              <a:gd name="connsiteX4" fmla="*/ 486072 w 718739"/>
              <a:gd name="connsiteY4" fmla="*/ 1140259 h 2463136"/>
              <a:gd name="connsiteX5" fmla="*/ 718739 w 718739"/>
              <a:gd name="connsiteY5" fmla="*/ 2339570 h 2463136"/>
              <a:gd name="connsiteX6" fmla="*/ 595173 w 718739"/>
              <a:gd name="connsiteY6" fmla="*/ 2463136 h 2463136"/>
              <a:gd name="connsiteX7" fmla="*/ 123607 w 718739"/>
              <a:gd name="connsiteY7" fmla="*/ 2463136 h 2463136"/>
              <a:gd name="connsiteX8" fmla="*/ 41 w 718739"/>
              <a:gd name="connsiteY8" fmla="*/ 2339570 h 2463136"/>
              <a:gd name="connsiteX9" fmla="*/ 199556 w 718739"/>
              <a:gd name="connsiteY9" fmla="*/ 1113878 h 2463136"/>
              <a:gd name="connsiteX10" fmla="*/ 41 w 718739"/>
              <a:gd name="connsiteY10" fmla="*/ 123566 h 2463136"/>
              <a:gd name="connsiteX0" fmla="*/ 47 w 718745"/>
              <a:gd name="connsiteY0" fmla="*/ 123566 h 2463136"/>
              <a:gd name="connsiteX1" fmla="*/ 123613 w 718745"/>
              <a:gd name="connsiteY1" fmla="*/ 0 h 2463136"/>
              <a:gd name="connsiteX2" fmla="*/ 595179 w 718745"/>
              <a:gd name="connsiteY2" fmla="*/ 0 h 2463136"/>
              <a:gd name="connsiteX3" fmla="*/ 718745 w 718745"/>
              <a:gd name="connsiteY3" fmla="*/ 123566 h 2463136"/>
              <a:gd name="connsiteX4" fmla="*/ 486078 w 718745"/>
              <a:gd name="connsiteY4" fmla="*/ 1140259 h 2463136"/>
              <a:gd name="connsiteX5" fmla="*/ 718745 w 718745"/>
              <a:gd name="connsiteY5" fmla="*/ 2339570 h 2463136"/>
              <a:gd name="connsiteX6" fmla="*/ 595179 w 718745"/>
              <a:gd name="connsiteY6" fmla="*/ 2463136 h 2463136"/>
              <a:gd name="connsiteX7" fmla="*/ 123613 w 718745"/>
              <a:gd name="connsiteY7" fmla="*/ 2463136 h 2463136"/>
              <a:gd name="connsiteX8" fmla="*/ 47 w 718745"/>
              <a:gd name="connsiteY8" fmla="*/ 2339570 h 2463136"/>
              <a:gd name="connsiteX9" fmla="*/ 170850 w 718745"/>
              <a:gd name="connsiteY9" fmla="*/ 1112676 h 2463136"/>
              <a:gd name="connsiteX10" fmla="*/ 47 w 718745"/>
              <a:gd name="connsiteY10" fmla="*/ 123566 h 2463136"/>
              <a:gd name="connsiteX0" fmla="*/ 211 w 718909"/>
              <a:gd name="connsiteY0" fmla="*/ 123566 h 2463136"/>
              <a:gd name="connsiteX1" fmla="*/ 123777 w 718909"/>
              <a:gd name="connsiteY1" fmla="*/ 0 h 2463136"/>
              <a:gd name="connsiteX2" fmla="*/ 595343 w 718909"/>
              <a:gd name="connsiteY2" fmla="*/ 0 h 2463136"/>
              <a:gd name="connsiteX3" fmla="*/ 718909 w 718909"/>
              <a:gd name="connsiteY3" fmla="*/ 123566 h 2463136"/>
              <a:gd name="connsiteX4" fmla="*/ 486242 w 718909"/>
              <a:gd name="connsiteY4" fmla="*/ 1140259 h 2463136"/>
              <a:gd name="connsiteX5" fmla="*/ 718909 w 718909"/>
              <a:gd name="connsiteY5" fmla="*/ 2339570 h 2463136"/>
              <a:gd name="connsiteX6" fmla="*/ 595343 w 718909"/>
              <a:gd name="connsiteY6" fmla="*/ 2463136 h 2463136"/>
              <a:gd name="connsiteX7" fmla="*/ 123777 w 718909"/>
              <a:gd name="connsiteY7" fmla="*/ 2463136 h 2463136"/>
              <a:gd name="connsiteX8" fmla="*/ 211 w 718909"/>
              <a:gd name="connsiteY8" fmla="*/ 2339570 h 2463136"/>
              <a:gd name="connsiteX9" fmla="*/ 158914 w 718909"/>
              <a:gd name="connsiteY9" fmla="*/ 1744933 h 2463136"/>
              <a:gd name="connsiteX10" fmla="*/ 171014 w 718909"/>
              <a:gd name="connsiteY10" fmla="*/ 1112676 h 2463136"/>
              <a:gd name="connsiteX11" fmla="*/ 211 w 718909"/>
              <a:gd name="connsiteY11" fmla="*/ 123566 h 2463136"/>
              <a:gd name="connsiteX0" fmla="*/ 211 w 718909"/>
              <a:gd name="connsiteY0" fmla="*/ 123566 h 2463136"/>
              <a:gd name="connsiteX1" fmla="*/ 123777 w 718909"/>
              <a:gd name="connsiteY1" fmla="*/ 0 h 2463136"/>
              <a:gd name="connsiteX2" fmla="*/ 595343 w 718909"/>
              <a:gd name="connsiteY2" fmla="*/ 0 h 2463136"/>
              <a:gd name="connsiteX3" fmla="*/ 718909 w 718909"/>
              <a:gd name="connsiteY3" fmla="*/ 123566 h 2463136"/>
              <a:gd name="connsiteX4" fmla="*/ 486242 w 718909"/>
              <a:gd name="connsiteY4" fmla="*/ 1140259 h 2463136"/>
              <a:gd name="connsiteX5" fmla="*/ 540246 w 718909"/>
              <a:gd name="connsiteY5" fmla="*/ 1739334 h 2463136"/>
              <a:gd name="connsiteX6" fmla="*/ 718909 w 718909"/>
              <a:gd name="connsiteY6" fmla="*/ 2339570 h 2463136"/>
              <a:gd name="connsiteX7" fmla="*/ 595343 w 718909"/>
              <a:gd name="connsiteY7" fmla="*/ 2463136 h 2463136"/>
              <a:gd name="connsiteX8" fmla="*/ 123777 w 718909"/>
              <a:gd name="connsiteY8" fmla="*/ 2463136 h 2463136"/>
              <a:gd name="connsiteX9" fmla="*/ 211 w 718909"/>
              <a:gd name="connsiteY9" fmla="*/ 2339570 h 2463136"/>
              <a:gd name="connsiteX10" fmla="*/ 158914 w 718909"/>
              <a:gd name="connsiteY10" fmla="*/ 1744933 h 2463136"/>
              <a:gd name="connsiteX11" fmla="*/ 171014 w 718909"/>
              <a:gd name="connsiteY11" fmla="*/ 1112676 h 2463136"/>
              <a:gd name="connsiteX12" fmla="*/ 211 w 718909"/>
              <a:gd name="connsiteY12" fmla="*/ 123566 h 2463136"/>
              <a:gd name="connsiteX0" fmla="*/ 211 w 719097"/>
              <a:gd name="connsiteY0" fmla="*/ 123566 h 2463136"/>
              <a:gd name="connsiteX1" fmla="*/ 123777 w 719097"/>
              <a:gd name="connsiteY1" fmla="*/ 0 h 2463136"/>
              <a:gd name="connsiteX2" fmla="*/ 595343 w 719097"/>
              <a:gd name="connsiteY2" fmla="*/ 0 h 2463136"/>
              <a:gd name="connsiteX3" fmla="*/ 718909 w 719097"/>
              <a:gd name="connsiteY3" fmla="*/ 123566 h 2463136"/>
              <a:gd name="connsiteX4" fmla="*/ 532729 w 719097"/>
              <a:gd name="connsiteY4" fmla="*/ 545395 h 2463136"/>
              <a:gd name="connsiteX5" fmla="*/ 486242 w 719097"/>
              <a:gd name="connsiteY5" fmla="*/ 1140259 h 2463136"/>
              <a:gd name="connsiteX6" fmla="*/ 540246 w 719097"/>
              <a:gd name="connsiteY6" fmla="*/ 1739334 h 2463136"/>
              <a:gd name="connsiteX7" fmla="*/ 718909 w 719097"/>
              <a:gd name="connsiteY7" fmla="*/ 2339570 h 2463136"/>
              <a:gd name="connsiteX8" fmla="*/ 595343 w 719097"/>
              <a:gd name="connsiteY8" fmla="*/ 2463136 h 2463136"/>
              <a:gd name="connsiteX9" fmla="*/ 123777 w 719097"/>
              <a:gd name="connsiteY9" fmla="*/ 2463136 h 2463136"/>
              <a:gd name="connsiteX10" fmla="*/ 211 w 719097"/>
              <a:gd name="connsiteY10" fmla="*/ 2339570 h 2463136"/>
              <a:gd name="connsiteX11" fmla="*/ 158914 w 719097"/>
              <a:gd name="connsiteY11" fmla="*/ 1744933 h 2463136"/>
              <a:gd name="connsiteX12" fmla="*/ 171014 w 719097"/>
              <a:gd name="connsiteY12" fmla="*/ 1112676 h 2463136"/>
              <a:gd name="connsiteX13" fmla="*/ 211 w 719097"/>
              <a:gd name="connsiteY13" fmla="*/ 123566 h 2463136"/>
              <a:gd name="connsiteX0" fmla="*/ 553 w 719439"/>
              <a:gd name="connsiteY0" fmla="*/ 123566 h 2463136"/>
              <a:gd name="connsiteX1" fmla="*/ 124119 w 719439"/>
              <a:gd name="connsiteY1" fmla="*/ 0 h 2463136"/>
              <a:gd name="connsiteX2" fmla="*/ 595685 w 719439"/>
              <a:gd name="connsiteY2" fmla="*/ 0 h 2463136"/>
              <a:gd name="connsiteX3" fmla="*/ 719251 w 719439"/>
              <a:gd name="connsiteY3" fmla="*/ 123566 h 2463136"/>
              <a:gd name="connsiteX4" fmla="*/ 533071 w 719439"/>
              <a:gd name="connsiteY4" fmla="*/ 545395 h 2463136"/>
              <a:gd name="connsiteX5" fmla="*/ 486584 w 719439"/>
              <a:gd name="connsiteY5" fmla="*/ 1140259 h 2463136"/>
              <a:gd name="connsiteX6" fmla="*/ 540588 w 719439"/>
              <a:gd name="connsiteY6" fmla="*/ 1739334 h 2463136"/>
              <a:gd name="connsiteX7" fmla="*/ 719251 w 719439"/>
              <a:gd name="connsiteY7" fmla="*/ 2339570 h 2463136"/>
              <a:gd name="connsiteX8" fmla="*/ 595685 w 719439"/>
              <a:gd name="connsiteY8" fmla="*/ 2463136 h 2463136"/>
              <a:gd name="connsiteX9" fmla="*/ 124119 w 719439"/>
              <a:gd name="connsiteY9" fmla="*/ 2463136 h 2463136"/>
              <a:gd name="connsiteX10" fmla="*/ 553 w 719439"/>
              <a:gd name="connsiteY10" fmla="*/ 2339570 h 2463136"/>
              <a:gd name="connsiteX11" fmla="*/ 159256 w 719439"/>
              <a:gd name="connsiteY11" fmla="*/ 1744933 h 2463136"/>
              <a:gd name="connsiteX12" fmla="*/ 171356 w 719439"/>
              <a:gd name="connsiteY12" fmla="*/ 1112676 h 2463136"/>
              <a:gd name="connsiteX13" fmla="*/ 128101 w 719439"/>
              <a:gd name="connsiteY13" fmla="*/ 600338 h 2463136"/>
              <a:gd name="connsiteX14" fmla="*/ 553 w 719439"/>
              <a:gd name="connsiteY14" fmla="*/ 123566 h 2463136"/>
              <a:gd name="connsiteX0" fmla="*/ 553 w 719439"/>
              <a:gd name="connsiteY0" fmla="*/ 123566 h 2463136"/>
              <a:gd name="connsiteX1" fmla="*/ 124119 w 719439"/>
              <a:gd name="connsiteY1" fmla="*/ 0 h 2463136"/>
              <a:gd name="connsiteX2" fmla="*/ 595685 w 719439"/>
              <a:gd name="connsiteY2" fmla="*/ 0 h 2463136"/>
              <a:gd name="connsiteX3" fmla="*/ 719251 w 719439"/>
              <a:gd name="connsiteY3" fmla="*/ 123566 h 2463136"/>
              <a:gd name="connsiteX4" fmla="*/ 533071 w 719439"/>
              <a:gd name="connsiteY4" fmla="*/ 545395 h 2463136"/>
              <a:gd name="connsiteX5" fmla="*/ 486584 w 719439"/>
              <a:gd name="connsiteY5" fmla="*/ 1140259 h 2463136"/>
              <a:gd name="connsiteX6" fmla="*/ 540588 w 719439"/>
              <a:gd name="connsiteY6" fmla="*/ 1739334 h 2463136"/>
              <a:gd name="connsiteX7" fmla="*/ 719251 w 719439"/>
              <a:gd name="connsiteY7" fmla="*/ 2339570 h 2463136"/>
              <a:gd name="connsiteX8" fmla="*/ 595685 w 719439"/>
              <a:gd name="connsiteY8" fmla="*/ 2463136 h 2463136"/>
              <a:gd name="connsiteX9" fmla="*/ 124119 w 719439"/>
              <a:gd name="connsiteY9" fmla="*/ 2463136 h 2463136"/>
              <a:gd name="connsiteX10" fmla="*/ 553 w 719439"/>
              <a:gd name="connsiteY10" fmla="*/ 2339570 h 2463136"/>
              <a:gd name="connsiteX11" fmla="*/ 159256 w 719439"/>
              <a:gd name="connsiteY11" fmla="*/ 1744933 h 2463136"/>
              <a:gd name="connsiteX12" fmla="*/ 157001 w 719439"/>
              <a:gd name="connsiteY12" fmla="*/ 1112075 h 2463136"/>
              <a:gd name="connsiteX13" fmla="*/ 128101 w 719439"/>
              <a:gd name="connsiteY13" fmla="*/ 600338 h 2463136"/>
              <a:gd name="connsiteX14" fmla="*/ 553 w 719439"/>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40829 w 719680"/>
              <a:gd name="connsiteY6" fmla="*/ 1739334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59497 w 719680"/>
              <a:gd name="connsiteY11" fmla="*/ 1744933 h 2463136"/>
              <a:gd name="connsiteX12" fmla="*/ 157242 w 719680"/>
              <a:gd name="connsiteY12" fmla="*/ 1112075 h 2463136"/>
              <a:gd name="connsiteX13" fmla="*/ 93354 w 719680"/>
              <a:gd name="connsiteY13" fmla="*/ 577300 h 2463136"/>
              <a:gd name="connsiteX14" fmla="*/ 794 w 719680"/>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40829 w 719680"/>
              <a:gd name="connsiteY6" fmla="*/ 1739334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14625 w 719680"/>
              <a:gd name="connsiteY11" fmla="*/ 1786196 h 2463136"/>
              <a:gd name="connsiteX12" fmla="*/ 157242 w 719680"/>
              <a:gd name="connsiteY12" fmla="*/ 1112075 h 2463136"/>
              <a:gd name="connsiteX13" fmla="*/ 93354 w 719680"/>
              <a:gd name="connsiteY13" fmla="*/ 577300 h 2463136"/>
              <a:gd name="connsiteX14" fmla="*/ 794 w 719680"/>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83897 w 719680"/>
              <a:gd name="connsiteY6" fmla="*/ 1741137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14625 w 719680"/>
              <a:gd name="connsiteY11" fmla="*/ 1786196 h 2463136"/>
              <a:gd name="connsiteX12" fmla="*/ 157242 w 719680"/>
              <a:gd name="connsiteY12" fmla="*/ 1112075 h 2463136"/>
              <a:gd name="connsiteX13" fmla="*/ 93354 w 719680"/>
              <a:gd name="connsiteY13" fmla="*/ 577300 h 2463136"/>
              <a:gd name="connsiteX14" fmla="*/ 794 w 719680"/>
              <a:gd name="connsiteY14" fmla="*/ 123566 h 2463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9680" h="2463136">
                <a:moveTo>
                  <a:pt x="794" y="123566"/>
                </a:moveTo>
                <a:cubicBezTo>
                  <a:pt x="794" y="55322"/>
                  <a:pt x="56116" y="0"/>
                  <a:pt x="124360" y="0"/>
                </a:cubicBezTo>
                <a:lnTo>
                  <a:pt x="595926" y="0"/>
                </a:lnTo>
                <a:cubicBezTo>
                  <a:pt x="664170" y="0"/>
                  <a:pt x="719492" y="55322"/>
                  <a:pt x="719492" y="123566"/>
                </a:cubicBezTo>
                <a:cubicBezTo>
                  <a:pt x="725805" y="215167"/>
                  <a:pt x="572090" y="375946"/>
                  <a:pt x="533312" y="545395"/>
                </a:cubicBezTo>
                <a:cubicBezTo>
                  <a:pt x="494534" y="714844"/>
                  <a:pt x="502320" y="941971"/>
                  <a:pt x="486825" y="1140259"/>
                </a:cubicBezTo>
                <a:cubicBezTo>
                  <a:pt x="528753" y="1340953"/>
                  <a:pt x="541969" y="1540443"/>
                  <a:pt x="583897" y="1741137"/>
                </a:cubicBezTo>
                <a:lnTo>
                  <a:pt x="719492" y="2339570"/>
                </a:lnTo>
                <a:cubicBezTo>
                  <a:pt x="719492" y="2407814"/>
                  <a:pt x="664170" y="2463136"/>
                  <a:pt x="595926" y="2463136"/>
                </a:cubicBezTo>
                <a:lnTo>
                  <a:pt x="124360" y="2463136"/>
                </a:lnTo>
                <a:cubicBezTo>
                  <a:pt x="56116" y="2463136"/>
                  <a:pt x="794" y="2407814"/>
                  <a:pt x="794" y="2339570"/>
                </a:cubicBezTo>
                <a:cubicBezTo>
                  <a:pt x="-5513" y="2224154"/>
                  <a:pt x="86158" y="1990678"/>
                  <a:pt x="114625" y="1786196"/>
                </a:cubicBezTo>
                <a:cubicBezTo>
                  <a:pt x="143092" y="1581714"/>
                  <a:pt x="172306" y="1296064"/>
                  <a:pt x="157242" y="1112075"/>
                </a:cubicBezTo>
                <a:cubicBezTo>
                  <a:pt x="142178" y="928086"/>
                  <a:pt x="121821" y="742152"/>
                  <a:pt x="93354" y="577300"/>
                </a:cubicBezTo>
                <a:cubicBezTo>
                  <a:pt x="64887" y="412448"/>
                  <a:pt x="-8414" y="230399"/>
                  <a:pt x="794" y="123566"/>
                </a:cubicBezTo>
                <a:close/>
              </a:path>
            </a:pathLst>
          </a:custGeom>
          <a:gradFill flip="none" rotWithShape="1">
            <a:gsLst>
              <a:gs pos="0">
                <a:schemeClr val="tx2">
                  <a:lumMod val="75000"/>
                  <a:lumOff val="25000"/>
                  <a:shade val="30000"/>
                  <a:satMod val="115000"/>
                </a:schemeClr>
              </a:gs>
              <a:gs pos="50000">
                <a:schemeClr val="tx2">
                  <a:lumMod val="75000"/>
                  <a:lumOff val="25000"/>
                  <a:shade val="67500"/>
                  <a:satMod val="115000"/>
                </a:schemeClr>
              </a:gs>
              <a:gs pos="100000">
                <a:schemeClr val="tx2">
                  <a:lumMod val="75000"/>
                  <a:lumOff val="25000"/>
                  <a:shade val="100000"/>
                  <a:satMod val="115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8519160" y="2006600"/>
            <a:ext cx="1686560" cy="162560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5829870" y="4556760"/>
            <a:ext cx="1686560" cy="162560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3426965" y="2006600"/>
            <a:ext cx="1686560" cy="162560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1193800" y="4556760"/>
            <a:ext cx="1686560" cy="162560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2332763" y="68580"/>
            <a:ext cx="6656254" cy="954107"/>
          </a:xfrm>
          <a:prstGeom prst="rect">
            <a:avLst/>
          </a:prstGeom>
        </p:spPr>
        <p:txBody>
          <a:bodyPr wrap="square">
            <a:spAutoFit/>
          </a:bodyPr>
          <a:lstStyle/>
          <a:p>
            <a:pPr algn="ctr"/>
            <a:r>
              <a:rPr lang="en-ID" sz="2800" dirty="0">
                <a:solidFill>
                  <a:schemeClr val="bg1"/>
                </a:solidFill>
                <a:latin typeface="ROG Fonts STRIX SCAR" panose="00000500000000000000" pitchFamily="2" charset="0"/>
                <a:ea typeface="Noto Sans SC Black" panose="020B0200000000000000" pitchFamily="34" charset="-128"/>
              </a:rPr>
              <a:t>Ai IMPACT TO STUDENTS GRADES VS SKILL</a:t>
            </a:r>
          </a:p>
        </p:txBody>
      </p:sp>
      <p:sp>
        <p:nvSpPr>
          <p:cNvPr id="18" name="Oval 17"/>
          <p:cNvSpPr/>
          <p:nvPr/>
        </p:nvSpPr>
        <p:spPr>
          <a:xfrm>
            <a:off x="1341120" y="4693920"/>
            <a:ext cx="1391920" cy="13512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8666480" y="2143760"/>
            <a:ext cx="1391920" cy="13512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3574285" y="2143760"/>
            <a:ext cx="1391920" cy="13512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977190" y="4693920"/>
            <a:ext cx="1391920" cy="13512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1682332" y="4800303"/>
            <a:ext cx="311566" cy="1015663"/>
          </a:xfrm>
          <a:prstGeom prst="rect">
            <a:avLst/>
          </a:prstGeom>
        </p:spPr>
        <p:txBody>
          <a:bodyPr wrap="square">
            <a:spAutoFit/>
          </a:bodyPr>
          <a:lstStyle/>
          <a:p>
            <a:r>
              <a:rPr lang="en-ID" sz="6000" dirty="0">
                <a:latin typeface="Franklin Gothic Heavy" panose="020B0903020102020204" pitchFamily="34" charset="0"/>
              </a:rPr>
              <a:t>1</a:t>
            </a:r>
            <a:endParaRPr lang="en-US" sz="6000" dirty="0">
              <a:latin typeface="Franklin Gothic Heavy" panose="020B0903020102020204" pitchFamily="34" charset="0"/>
            </a:endParaRPr>
          </a:p>
        </p:txBody>
      </p:sp>
      <p:pic>
        <p:nvPicPr>
          <p:cNvPr id="29" name="Picture 28"/>
          <p:cNvPicPr>
            <a:picLocks noChangeAspect="1"/>
          </p:cNvPicPr>
          <p:nvPr/>
        </p:nvPicPr>
        <p:blipFill rotWithShape="1">
          <a:blip r:embed="rId4" cstate="print">
            <a:extLst>
              <a:ext uri="{28A0092B-C50C-407E-A947-70E740481C1C}">
                <a14:useLocalDpi xmlns:a14="http://schemas.microsoft.com/office/drawing/2010/main" val="0"/>
              </a:ext>
            </a:extLst>
          </a:blip>
          <a:srcRect l="9959" t="8261" r="9590" b="9511"/>
          <a:stretch/>
        </p:blipFill>
        <p:spPr>
          <a:xfrm>
            <a:off x="1341120" y="4693920"/>
            <a:ext cx="1391920" cy="1422681"/>
          </a:xfrm>
          <a:prstGeom prst="ellipse">
            <a:avLst/>
          </a:prstGeom>
        </p:spPr>
      </p:pic>
      <p:sp>
        <p:nvSpPr>
          <p:cNvPr id="47" name="Rectangle 46"/>
          <p:cNvSpPr/>
          <p:nvPr/>
        </p:nvSpPr>
        <p:spPr>
          <a:xfrm>
            <a:off x="6336424" y="4800303"/>
            <a:ext cx="311566" cy="1015663"/>
          </a:xfrm>
          <a:prstGeom prst="rect">
            <a:avLst/>
          </a:prstGeom>
        </p:spPr>
        <p:txBody>
          <a:bodyPr wrap="square">
            <a:spAutoFit/>
          </a:bodyPr>
          <a:lstStyle/>
          <a:p>
            <a:r>
              <a:rPr lang="en-ID" sz="6000" dirty="0">
                <a:latin typeface="Franklin Gothic Heavy" panose="020B0903020102020204" pitchFamily="34" charset="0"/>
              </a:rPr>
              <a:t>3</a:t>
            </a:r>
            <a:endParaRPr lang="en-US" sz="6000" dirty="0">
              <a:latin typeface="Franklin Gothic Heavy" panose="020B0903020102020204" pitchFamily="34" charset="0"/>
            </a:endParaRPr>
          </a:p>
        </p:txBody>
      </p:sp>
      <p:pic>
        <p:nvPicPr>
          <p:cNvPr id="30" name="Picture 2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65576" y="4661986"/>
            <a:ext cx="1415148" cy="1415148"/>
          </a:xfrm>
          <a:prstGeom prst="ellipse">
            <a:avLst/>
          </a:prstGeom>
        </p:spPr>
      </p:pic>
      <p:sp>
        <p:nvSpPr>
          <p:cNvPr id="37" name="Rectangle 36"/>
          <p:cNvSpPr/>
          <p:nvPr/>
        </p:nvSpPr>
        <p:spPr>
          <a:xfrm>
            <a:off x="3950140" y="2238485"/>
            <a:ext cx="397711" cy="1015663"/>
          </a:xfrm>
          <a:prstGeom prst="rect">
            <a:avLst/>
          </a:prstGeom>
        </p:spPr>
        <p:txBody>
          <a:bodyPr wrap="square">
            <a:spAutoFit/>
          </a:bodyPr>
          <a:lstStyle/>
          <a:p>
            <a:r>
              <a:rPr lang="en-ID" sz="6000" dirty="0">
                <a:latin typeface="Franklin Gothic Heavy" panose="020B0903020102020204" pitchFamily="34" charset="0"/>
              </a:rPr>
              <a:t>2</a:t>
            </a:r>
            <a:endParaRPr lang="en-US" sz="6000" dirty="0">
              <a:latin typeface="Franklin Gothic Heavy" panose="020B0903020102020204" pitchFamily="34" charset="0"/>
            </a:endParaRPr>
          </a:p>
        </p:txBody>
      </p:sp>
      <p:pic>
        <p:nvPicPr>
          <p:cNvPr id="31" name="Picture 3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554746" y="2143761"/>
            <a:ext cx="1411460" cy="1411460"/>
          </a:xfrm>
          <a:prstGeom prst="ellipse">
            <a:avLst/>
          </a:prstGeom>
        </p:spPr>
      </p:pic>
      <p:sp>
        <p:nvSpPr>
          <p:cNvPr id="48" name="Rectangle 47"/>
          <p:cNvSpPr/>
          <p:nvPr/>
        </p:nvSpPr>
        <p:spPr>
          <a:xfrm>
            <a:off x="9050873" y="2220861"/>
            <a:ext cx="311566" cy="1015663"/>
          </a:xfrm>
          <a:prstGeom prst="rect">
            <a:avLst/>
          </a:prstGeom>
        </p:spPr>
        <p:txBody>
          <a:bodyPr wrap="square">
            <a:spAutoFit/>
          </a:bodyPr>
          <a:lstStyle/>
          <a:p>
            <a:r>
              <a:rPr lang="en-ID" sz="6000" dirty="0">
                <a:latin typeface="Franklin Gothic Heavy" panose="020B0903020102020204" pitchFamily="34" charset="0"/>
              </a:rPr>
              <a:t>4</a:t>
            </a:r>
            <a:endParaRPr lang="en-US" sz="6000" dirty="0">
              <a:latin typeface="Franklin Gothic Heavy" panose="020B0903020102020204" pitchFamily="34" charset="0"/>
            </a:endParaRPr>
          </a:p>
        </p:txBody>
      </p:sp>
      <p:pic>
        <p:nvPicPr>
          <p:cNvPr id="32" name="Picture 3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650728" y="2131798"/>
            <a:ext cx="1423423" cy="1423423"/>
          </a:xfrm>
          <a:prstGeom prst="ellipse">
            <a:avLst/>
          </a:prstGeom>
          <a:ln>
            <a:solidFill>
              <a:schemeClr val="tx1"/>
            </a:solidFill>
          </a:ln>
        </p:spPr>
      </p:pic>
      <p:sp>
        <p:nvSpPr>
          <p:cNvPr id="34" name="Rectangle 33"/>
          <p:cNvSpPr/>
          <p:nvPr/>
        </p:nvSpPr>
        <p:spPr>
          <a:xfrm>
            <a:off x="558817" y="3467143"/>
            <a:ext cx="2480748" cy="584775"/>
          </a:xfrm>
          <a:prstGeom prst="rect">
            <a:avLst/>
          </a:prstGeom>
        </p:spPr>
        <p:txBody>
          <a:bodyPr wrap="square">
            <a:spAutoFit/>
          </a:bodyPr>
          <a:lstStyle/>
          <a:p>
            <a:pPr algn="ctr"/>
            <a:r>
              <a:rPr lang="en-ID" sz="1600" dirty="0">
                <a:solidFill>
                  <a:schemeClr val="bg1"/>
                </a:solidFill>
                <a:latin typeface="Microsoft Tai Le" panose="020B0502040204020203" pitchFamily="34" charset="0"/>
                <a:cs typeface="Microsoft Tai Le" panose="020B0502040204020203" pitchFamily="34" charset="0"/>
              </a:rPr>
              <a:t>Students begin to learn about AI and use it</a:t>
            </a:r>
            <a:endParaRPr lang="en-US" sz="1600" dirty="0">
              <a:solidFill>
                <a:schemeClr val="bg1"/>
              </a:solidFill>
              <a:latin typeface="Microsoft Tai Le" panose="020B0502040204020203" pitchFamily="34" charset="0"/>
              <a:cs typeface="Microsoft Tai Le" panose="020B0502040204020203" pitchFamily="34" charset="0"/>
            </a:endParaRPr>
          </a:p>
        </p:txBody>
      </p:sp>
      <p:sp>
        <p:nvSpPr>
          <p:cNvPr id="35" name="Rectangle 34"/>
          <p:cNvSpPr/>
          <p:nvPr/>
        </p:nvSpPr>
        <p:spPr>
          <a:xfrm>
            <a:off x="3050526" y="4588040"/>
            <a:ext cx="2608406" cy="369332"/>
          </a:xfrm>
          <a:prstGeom prst="rect">
            <a:avLst/>
          </a:prstGeom>
        </p:spPr>
        <p:txBody>
          <a:bodyPr wrap="none">
            <a:spAutoFit/>
          </a:bodyPr>
          <a:lstStyle/>
          <a:p>
            <a:r>
              <a:rPr lang="en-ID" dirty="0">
                <a:solidFill>
                  <a:schemeClr val="bg1"/>
                </a:solidFill>
                <a:latin typeface="Cascadia Mono SemiBold" panose="020B0609020000020004" pitchFamily="49" charset="0"/>
                <a:ea typeface="Cascadia Mono SemiBold" panose="020B0609020000020004" pitchFamily="49" charset="0"/>
                <a:cs typeface="Cascadia Mono SemiBold" panose="020B0609020000020004" pitchFamily="49" charset="0"/>
              </a:rPr>
              <a:t>2.GRADES INCREASED</a:t>
            </a:r>
            <a:endParaRPr lang="en-US" dirty="0">
              <a:solidFill>
                <a:schemeClr val="bg1"/>
              </a:solidFill>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
        <p:nvSpPr>
          <p:cNvPr id="38" name="Rectangle 37"/>
          <p:cNvSpPr/>
          <p:nvPr/>
        </p:nvSpPr>
        <p:spPr>
          <a:xfrm>
            <a:off x="5651664" y="3128612"/>
            <a:ext cx="2204450" cy="369332"/>
          </a:xfrm>
          <a:prstGeom prst="rect">
            <a:avLst/>
          </a:prstGeom>
        </p:spPr>
        <p:txBody>
          <a:bodyPr wrap="none">
            <a:spAutoFit/>
          </a:bodyPr>
          <a:lstStyle/>
          <a:p>
            <a:r>
              <a:rPr lang="en-ID" dirty="0">
                <a:solidFill>
                  <a:schemeClr val="bg1"/>
                </a:solidFill>
                <a:latin typeface="Cascadia Mono SemiBold" panose="020B0609020000020004" pitchFamily="49" charset="0"/>
                <a:ea typeface="Cascadia Mono SemiBold" panose="020B0609020000020004" pitchFamily="49" charset="0"/>
                <a:cs typeface="Cascadia Mono SemiBold" panose="020B0609020000020004" pitchFamily="49" charset="0"/>
              </a:rPr>
              <a:t>3.AI DEPENDENCY</a:t>
            </a:r>
          </a:p>
        </p:txBody>
      </p:sp>
      <p:sp>
        <p:nvSpPr>
          <p:cNvPr id="42" name="Rectangle 41"/>
          <p:cNvSpPr/>
          <p:nvPr/>
        </p:nvSpPr>
        <p:spPr>
          <a:xfrm>
            <a:off x="3093709" y="4984969"/>
            <a:ext cx="2442184" cy="584775"/>
          </a:xfrm>
          <a:prstGeom prst="rect">
            <a:avLst/>
          </a:prstGeom>
        </p:spPr>
        <p:txBody>
          <a:bodyPr wrap="square">
            <a:spAutoFit/>
          </a:bodyPr>
          <a:lstStyle/>
          <a:p>
            <a:pPr algn="ctr"/>
            <a:r>
              <a:rPr lang="en-ID" sz="1600" dirty="0">
                <a:solidFill>
                  <a:schemeClr val="bg1"/>
                </a:solidFill>
                <a:latin typeface="Microsoft Tai Le" panose="020B0502040204020203" pitchFamily="34" charset="0"/>
                <a:cs typeface="Microsoft Tai Le" panose="020B0502040204020203" pitchFamily="34" charset="0"/>
              </a:rPr>
              <a:t>Student feel the positive impact of AI</a:t>
            </a:r>
            <a:endParaRPr lang="en-US" sz="1600" dirty="0">
              <a:solidFill>
                <a:schemeClr val="bg1"/>
              </a:solidFill>
              <a:latin typeface="Microsoft Tai Le" panose="020B0502040204020203" pitchFamily="34" charset="0"/>
              <a:cs typeface="Microsoft Tai Le" panose="020B0502040204020203" pitchFamily="34" charset="0"/>
            </a:endParaRPr>
          </a:p>
        </p:txBody>
      </p:sp>
      <p:sp>
        <p:nvSpPr>
          <p:cNvPr id="43" name="Rectangle 42"/>
          <p:cNvSpPr/>
          <p:nvPr/>
        </p:nvSpPr>
        <p:spPr>
          <a:xfrm>
            <a:off x="5860251" y="3436364"/>
            <a:ext cx="1728750" cy="584775"/>
          </a:xfrm>
          <a:prstGeom prst="rect">
            <a:avLst/>
          </a:prstGeom>
          <a:effectLst>
            <a:glow rad="101600">
              <a:schemeClr val="tx1">
                <a:alpha val="60000"/>
              </a:schemeClr>
            </a:glow>
            <a:outerShdw blurRad="50800" dist="38100" dir="2700000" algn="tl" rotWithShape="0">
              <a:prstClr val="black">
                <a:alpha val="40000"/>
              </a:prstClr>
            </a:outerShdw>
          </a:effectLst>
        </p:spPr>
        <p:txBody>
          <a:bodyPr wrap="square">
            <a:spAutoFit/>
          </a:bodyPr>
          <a:lstStyle/>
          <a:p>
            <a:pPr algn="ctr"/>
            <a:r>
              <a:rPr lang="en-ID" sz="1600" dirty="0">
                <a:solidFill>
                  <a:schemeClr val="bg1"/>
                </a:solidFill>
                <a:latin typeface="Microsoft Tai Le" panose="020B0502040204020203" pitchFamily="34" charset="0"/>
                <a:cs typeface="Microsoft Tai Le" panose="020B0502040204020203" pitchFamily="34" charset="0"/>
              </a:rPr>
              <a:t>Students are lazy to think</a:t>
            </a:r>
            <a:endParaRPr lang="en-US" sz="1600" dirty="0">
              <a:solidFill>
                <a:schemeClr val="bg1"/>
              </a:solidFill>
              <a:latin typeface="Microsoft Tai Le" panose="020B0502040204020203" pitchFamily="34" charset="0"/>
              <a:cs typeface="Microsoft Tai Le" panose="020B0502040204020203" pitchFamily="34" charset="0"/>
            </a:endParaRPr>
          </a:p>
        </p:txBody>
      </p:sp>
      <p:sp>
        <p:nvSpPr>
          <p:cNvPr id="45" name="Rectangle 44"/>
          <p:cNvSpPr/>
          <p:nvPr/>
        </p:nvSpPr>
        <p:spPr>
          <a:xfrm>
            <a:off x="8192618" y="4971107"/>
            <a:ext cx="3174505" cy="584775"/>
          </a:xfrm>
          <a:prstGeom prst="rect">
            <a:avLst/>
          </a:prstGeom>
          <a:effectLst>
            <a:glow rad="101600">
              <a:schemeClr val="tx1">
                <a:alpha val="60000"/>
              </a:schemeClr>
            </a:glow>
            <a:outerShdw blurRad="50800" dist="38100" dir="13500000" algn="br" rotWithShape="0">
              <a:prstClr val="black">
                <a:alpha val="40000"/>
              </a:prstClr>
            </a:outerShdw>
          </a:effectLst>
        </p:spPr>
        <p:txBody>
          <a:bodyPr wrap="square">
            <a:spAutoFit/>
          </a:bodyPr>
          <a:lstStyle/>
          <a:p>
            <a:pPr algn="ctr"/>
            <a:r>
              <a:rPr lang="en-ID" sz="1600" dirty="0">
                <a:solidFill>
                  <a:schemeClr val="bg1"/>
                </a:solidFill>
                <a:latin typeface="Microsoft Tai Le" panose="020B0502040204020203" pitchFamily="34" charset="0"/>
                <a:cs typeface="Microsoft Tai Le" panose="020B0502040204020203" pitchFamily="34" charset="0"/>
              </a:rPr>
              <a:t>Students feel frustrated with their lack of skills</a:t>
            </a:r>
            <a:endParaRPr lang="en-US" sz="1600" dirty="0">
              <a:solidFill>
                <a:schemeClr val="bg1"/>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307020002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500"/>
                                        <p:tgtEl>
                                          <p:spTgt spid="3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up)">
                                      <p:cBhvr>
                                        <p:cTn id="19" dur="500"/>
                                        <p:tgtEl>
                                          <p:spTgt spid="3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500"/>
                                        <p:tgtEl>
                                          <p:spTgt spid="4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childTnLst>
                          </p:cTn>
                        </p:par>
                        <p:par>
                          <p:cTn id="32" fill="hold">
                            <p:stCondLst>
                              <p:cond delay="1000"/>
                            </p:stCondLst>
                            <p:childTnLst>
                              <p:par>
                                <p:cTn id="33" presetID="22" presetClass="entr" presetSubtype="1" fill="hold" grpId="0" nodeType="after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wipe(up)">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500"/>
                                        <p:tgtEl>
                                          <p:spTgt spid="30"/>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50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500"/>
                                        <p:tgtEl>
                                          <p:spTgt spid="38"/>
                                        </p:tgtEl>
                                      </p:cBhvr>
                                    </p:animEffect>
                                  </p:childTnLst>
                                </p:cTn>
                              </p:par>
                            </p:childTnLst>
                          </p:cTn>
                        </p:par>
                        <p:par>
                          <p:cTn id="48" fill="hold">
                            <p:stCondLst>
                              <p:cond delay="1000"/>
                            </p:stCondLst>
                            <p:childTnLst>
                              <p:par>
                                <p:cTn id="49" presetID="22" presetClass="entr" presetSubtype="1" fill="hold" grpId="0" nodeType="after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up)">
                                      <p:cBhvr>
                                        <p:cTn id="51" dur="500"/>
                                        <p:tgtEl>
                                          <p:spTgt spid="4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500"/>
                                        <p:tgtEl>
                                          <p:spTgt spid="32"/>
                                        </p:tgtEl>
                                      </p:cBhvr>
                                    </p:animEffect>
                                  </p:childTnLst>
                                </p:cTn>
                              </p:par>
                            </p:childTnLst>
                          </p:cTn>
                        </p:par>
                        <p:par>
                          <p:cTn id="57" fill="hold">
                            <p:stCondLst>
                              <p:cond delay="500"/>
                            </p:stCondLst>
                            <p:childTnLst>
                              <p:par>
                                <p:cTn id="58" presetID="10" presetClass="entr" presetSubtype="0" fill="hold" grpId="0" nodeType="after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500"/>
                                        <p:tgtEl>
                                          <p:spTgt spid="3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fade">
                                      <p:cBhvr>
                                        <p:cTn id="63" dur="500"/>
                                        <p:tgtEl>
                                          <p:spTgt spid="44"/>
                                        </p:tgtEl>
                                      </p:cBhvr>
                                    </p:animEffect>
                                  </p:childTnLst>
                                </p:cTn>
                              </p:par>
                            </p:childTnLst>
                          </p:cTn>
                        </p:par>
                        <p:par>
                          <p:cTn id="64" fill="hold">
                            <p:stCondLst>
                              <p:cond delay="1000"/>
                            </p:stCondLst>
                            <p:childTnLst>
                              <p:par>
                                <p:cTn id="65" presetID="22" presetClass="entr" presetSubtype="1" fill="hold" grpId="0" nodeType="after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wipe(up)">
                                      <p:cBhvr>
                                        <p:cTn id="6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3" grpId="0"/>
      <p:bldP spid="39" grpId="0" animBg="1"/>
      <p:bldP spid="44" grpId="0"/>
      <p:bldP spid="40" grpId="0" animBg="1"/>
      <p:bldP spid="41" grpId="0" animBg="1"/>
      <p:bldP spid="34" grpId="0"/>
      <p:bldP spid="35" grpId="0"/>
      <p:bldP spid="38" grpId="0"/>
      <p:bldP spid="42" grpId="0"/>
      <p:bldP spid="43" grpId="0"/>
      <p:bldP spid="4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75000"/>
            <a:lumOff val="25000"/>
          </a:schemeClr>
        </a:solidFill>
        <a:effectLst/>
      </p:bgPr>
    </p:bg>
    <p:spTree>
      <p:nvGrpSpPr>
        <p:cNvPr id="1" name=""/>
        <p:cNvGrpSpPr/>
        <p:nvPr/>
      </p:nvGrpSpPr>
      <p:grpSpPr>
        <a:xfrm>
          <a:off x="0" y="0"/>
          <a:ext cx="0" cy="0"/>
          <a:chOff x="0" y="0"/>
          <a:chExt cx="0" cy="0"/>
        </a:xfrm>
      </p:grpSpPr>
      <p:sp>
        <p:nvSpPr>
          <p:cNvPr id="6" name="Isosceles Triangle 5"/>
          <p:cNvSpPr/>
          <p:nvPr/>
        </p:nvSpPr>
        <p:spPr>
          <a:xfrm rot="16200000">
            <a:off x="8113393" y="3183021"/>
            <a:ext cx="1036320" cy="624036"/>
          </a:xfrm>
          <a:prstGeom prst="triangle">
            <a:avLst>
              <a:gd name="adj" fmla="val 47753"/>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139445" y="-2"/>
            <a:ext cx="5202751" cy="1323439"/>
          </a:xfrm>
          <a:prstGeom prst="rect">
            <a:avLst/>
          </a:prstGeom>
        </p:spPr>
        <p:txBody>
          <a:bodyPr wrap="square">
            <a:spAutoFit/>
          </a:bodyPr>
          <a:lstStyle/>
          <a:p>
            <a:pPr algn="ctr"/>
            <a:r>
              <a:rPr lang="en-ID" sz="4000" dirty="0">
                <a:solidFill>
                  <a:schemeClr val="bg1"/>
                </a:solidFill>
                <a:latin typeface="Cooper Black" panose="0208090404030B020404" pitchFamily="18" charset="0"/>
                <a:ea typeface="Microsoft YaHei" panose="020B0503020204020204" pitchFamily="34" charset="-122"/>
              </a:rPr>
              <a:t>Survey in Informatics Class</a:t>
            </a:r>
            <a:endParaRPr lang="en-US" sz="4000" dirty="0">
              <a:solidFill>
                <a:schemeClr val="bg1"/>
              </a:solidFill>
              <a:latin typeface="Cooper Black" panose="0208090404030B020404" pitchFamily="18" charset="0"/>
              <a:ea typeface="Microsoft YaHei" panose="020B0503020204020204" pitchFamily="34" charset="-122"/>
            </a:endParaRPr>
          </a:p>
        </p:txBody>
      </p:sp>
      <p:sp>
        <p:nvSpPr>
          <p:cNvPr id="14" name="Rectangle 13"/>
          <p:cNvSpPr/>
          <p:nvPr/>
        </p:nvSpPr>
        <p:spPr>
          <a:xfrm>
            <a:off x="8943571" y="0"/>
            <a:ext cx="14670809"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9805763" y="0"/>
            <a:ext cx="15003780"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p:cNvSpPr/>
          <p:nvPr/>
        </p:nvSpPr>
        <p:spPr>
          <a:xfrm rot="16200000">
            <a:off x="8839385" y="3046820"/>
            <a:ext cx="1168401" cy="764356"/>
          </a:xfrm>
          <a:prstGeom prst="triangle">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0579245" y="32030"/>
            <a:ext cx="15679604"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p:cNvSpPr/>
          <p:nvPr/>
        </p:nvSpPr>
        <p:spPr>
          <a:xfrm rot="16200000">
            <a:off x="9603740" y="3046820"/>
            <a:ext cx="1168401" cy="764356"/>
          </a:xfrm>
          <a:prstGeom prst="triangle">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0463230" y="3079540"/>
            <a:ext cx="1956416" cy="830997"/>
          </a:xfrm>
          <a:prstGeom prst="rect">
            <a:avLst/>
          </a:prstGeom>
          <a:noFill/>
        </p:spPr>
        <p:txBody>
          <a:bodyPr wrap="square" rtlCol="0">
            <a:spAutoFit/>
          </a:bodyPr>
          <a:lstStyle/>
          <a:p>
            <a:r>
              <a:rPr lang="en-ID" sz="4800" dirty="0">
                <a:solidFill>
                  <a:schemeClr val="bg1"/>
                </a:solidFill>
                <a:latin typeface="Arial Black" panose="020B0A04020102020204" pitchFamily="34" charset="0"/>
              </a:rPr>
              <a:t>DATA</a:t>
            </a:r>
            <a:endParaRPr lang="en-US" sz="4800" dirty="0">
              <a:solidFill>
                <a:schemeClr val="bg1"/>
              </a:solidFill>
              <a:latin typeface="Arial Black" panose="020B0A04020102020204" pitchFamily="34" charset="0"/>
            </a:endParaRPr>
          </a:p>
        </p:txBody>
      </p:sp>
      <p:pic>
        <p:nvPicPr>
          <p:cNvPr id="20" name="Picture 2" descr="Diagram jawaban Formulir. Judul pertanyaan: 1.I am depending on Ai when completing assignment. Jumlah jawaban: 57 jawaban.">
            <a:extLst>
              <a:ext uri="{FF2B5EF4-FFF2-40B4-BE49-F238E27FC236}">
                <a16:creationId xmlns="" xmlns:a16="http://schemas.microsoft.com/office/drawing/2014/main" id="{E11E64E9-F83D-6470-88B4-2CAFCF5D6E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386" t="29784" r="54614" b="10737"/>
          <a:stretch/>
        </p:blipFill>
        <p:spPr bwMode="auto">
          <a:xfrm>
            <a:off x="5590055" y="1903613"/>
            <a:ext cx="3048000" cy="3050770"/>
          </a:xfrm>
          <a:prstGeom prst="ellipse">
            <a:avLst/>
          </a:prstGeom>
          <a:noFill/>
          <a:extLst>
            <a:ext uri="{909E8E84-426E-40DD-AFC4-6F175D3DCCD1}">
              <a14:hiddenFill xmlns:a14="http://schemas.microsoft.com/office/drawing/2010/main">
                <a:solidFill>
                  <a:srgbClr val="FFFFFF"/>
                </a:solidFill>
              </a14:hiddenFill>
            </a:ext>
          </a:extLst>
        </p:spPr>
      </p:pic>
      <p:sp>
        <p:nvSpPr>
          <p:cNvPr id="29" name="Rectangle 28"/>
          <p:cNvSpPr/>
          <p:nvPr/>
        </p:nvSpPr>
        <p:spPr>
          <a:xfrm>
            <a:off x="1251991" y="661717"/>
            <a:ext cx="5006569" cy="6617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1251991" y="661717"/>
            <a:ext cx="5378334" cy="646331"/>
          </a:xfrm>
          <a:prstGeom prst="rect">
            <a:avLst/>
          </a:prstGeom>
          <a:noFill/>
        </p:spPr>
        <p:txBody>
          <a:bodyPr wrap="square" rtlCol="0">
            <a:spAutoFit/>
          </a:bodyPr>
          <a:lstStyle/>
          <a:p>
            <a:r>
              <a:rPr lang="en-ID" dirty="0">
                <a:latin typeface="Arial Rounded MT Bold" panose="020F0704030504030204" pitchFamily="34" charset="0"/>
              </a:rPr>
              <a:t>1.I am depending on AI when completing       assignment.</a:t>
            </a:r>
            <a:endParaRPr lang="en-US" dirty="0">
              <a:latin typeface="Arial Rounded MT Bold" panose="020F0704030504030204" pitchFamily="34" charset="0"/>
            </a:endParaRPr>
          </a:p>
        </p:txBody>
      </p:sp>
      <p:sp>
        <p:nvSpPr>
          <p:cNvPr id="22" name="Bent Arrow 21"/>
          <p:cNvSpPr/>
          <p:nvPr/>
        </p:nvSpPr>
        <p:spPr>
          <a:xfrm rot="10800000" flipH="1">
            <a:off x="1445262" y="1443716"/>
            <a:ext cx="3657598" cy="2466821"/>
          </a:xfrm>
          <a:prstGeom prst="bentArrow">
            <a:avLst>
              <a:gd name="adj1" fmla="val 13758"/>
              <a:gd name="adj2" fmla="val 15484"/>
              <a:gd name="adj3" fmla="val 36924"/>
              <a:gd name="adj4" fmla="val 12093"/>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pic>
        <p:nvPicPr>
          <p:cNvPr id="23" name="Picture 2" descr="Diagram jawaban Formulir. Judul pertanyaan: 1.I am depending on Ai when completing assignment. Jumlah jawaban: 57 jawaban.">
            <a:extLst>
              <a:ext uri="{FF2B5EF4-FFF2-40B4-BE49-F238E27FC236}">
                <a16:creationId xmlns="" xmlns:a16="http://schemas.microsoft.com/office/drawing/2014/main" id="{E11E64E9-F83D-6470-88B4-2CAFCF5D6E4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4351" b="50541" l="60565" r="75228">
                        <a14:foregroundMark x1="63798" y1="33442" x2="63798" y2="33442"/>
                        <a14:foregroundMark x1="63980" y1="45455" x2="63980" y2="45455"/>
                        <a14:foregroundMark x1="66075" y1="32684" x2="66075" y2="32684"/>
                        <a14:foregroundMark x1="66849" y1="32035" x2="66849" y2="32035"/>
                        <a14:foregroundMark x1="67623" y1="32251" x2="67623" y2="32251"/>
                        <a14:foregroundMark x1="67168" y1="37554" x2="67168" y2="37554"/>
                        <a14:foregroundMark x1="66576" y1="38636" x2="66576" y2="38636"/>
                        <a14:foregroundMark x1="66530" y1="44697" x2="66530" y2="44697"/>
                        <a14:foregroundMark x1="66894" y1="44913" x2="66894" y2="44913"/>
                        <a14:foregroundMark x1="67851" y1="44697" x2="67851" y2="44697"/>
                        <a14:foregroundMark x1="69035" y1="44589" x2="69035" y2="44589"/>
                        <a14:foregroundMark x1="69900" y1="45238" x2="69900" y2="45238"/>
                        <a14:foregroundMark x1="70719" y1="45346" x2="70719" y2="45346"/>
                        <a14:foregroundMark x1="71311" y1="45238" x2="71311" y2="45238"/>
                        <a14:backgroundMark x1="67031" y1="32359" x2="67031" y2="32359"/>
                        <a14:backgroundMark x1="71585" y1="44805" x2="71585" y2="44805"/>
                      </a14:backgroundRemoval>
                    </a14:imgEffect>
                  </a14:imgLayer>
                </a14:imgProps>
              </a:ext>
              <a:ext uri="{28A0092B-C50C-407E-A947-70E740481C1C}">
                <a14:useLocalDpi xmlns:a14="http://schemas.microsoft.com/office/drawing/2010/main" val="0"/>
              </a:ext>
            </a:extLst>
          </a:blip>
          <a:srcRect l="63000" t="28866" r="26909" b="51848"/>
          <a:stretch/>
        </p:blipFill>
        <p:spPr bwMode="auto">
          <a:xfrm>
            <a:off x="8319535" y="1451032"/>
            <a:ext cx="1230286" cy="989214"/>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p:cNvSpPr txBox="1"/>
          <p:nvPr/>
        </p:nvSpPr>
        <p:spPr>
          <a:xfrm>
            <a:off x="6342196" y="1266366"/>
            <a:ext cx="1767840" cy="369332"/>
          </a:xfrm>
          <a:prstGeom prst="rect">
            <a:avLst/>
          </a:prstGeom>
          <a:noFill/>
        </p:spPr>
        <p:txBody>
          <a:bodyPr wrap="square" rtlCol="0">
            <a:spAutoFit/>
          </a:bodyPr>
          <a:lstStyle/>
          <a:p>
            <a:r>
              <a:rPr lang="en-ID" dirty="0">
                <a:solidFill>
                  <a:schemeClr val="bg1"/>
                </a:solidFill>
                <a:latin typeface="Arial Black" panose="020B0A04020102020204" pitchFamily="34" charset="0"/>
              </a:rPr>
              <a:t>58 Answer</a:t>
            </a:r>
            <a:endParaRPr lang="en-US" dirty="0">
              <a:solidFill>
                <a:schemeClr val="bg1"/>
              </a:solidFill>
              <a:latin typeface="Arial Black" panose="020B0A04020102020204" pitchFamily="34" charset="0"/>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39445" y="3910537"/>
            <a:ext cx="2524142" cy="2524142"/>
          </a:xfrm>
          <a:prstGeom prst="rect">
            <a:avLst/>
          </a:prstGeom>
        </p:spPr>
      </p:pic>
    </p:spTree>
    <p:extLst>
      <p:ext uri="{BB962C8B-B14F-4D97-AF65-F5344CB8AC3E}">
        <p14:creationId xmlns:p14="http://schemas.microsoft.com/office/powerpoint/2010/main" val="124482360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0.00729 -0.00949 L -0.6763 -0.0088 " pathEditMode="fixed" rAng="0" ptsTypes="AA">
                                      <p:cBhvr>
                                        <p:cTn id="6" dur="1000" fill="hold"/>
                                        <p:tgtEl>
                                          <p:spTgt spid="6"/>
                                        </p:tgtEl>
                                        <p:attrNameLst>
                                          <p:attrName>ppt_x</p:attrName>
                                          <p:attrName>ppt_y</p:attrName>
                                        </p:attrNameLst>
                                      </p:cBhvr>
                                      <p:rCtr x="-33451" y="23"/>
                                    </p:animMotion>
                                  </p:childTnLst>
                                </p:cTn>
                              </p:par>
                              <p:par>
                                <p:cTn id="7" presetID="35" presetClass="path" presetSubtype="0" accel="50000" decel="50000" fill="hold" grpId="0" nodeType="withEffect">
                                  <p:stCondLst>
                                    <p:cond delay="0"/>
                                  </p:stCondLst>
                                  <p:childTnLst>
                                    <p:animMotion origin="layout" path="M 0.0013 -0.00139 L -0.67175 0.00093 " pathEditMode="relative" rAng="0" ptsTypes="AA">
                                      <p:cBhvr>
                                        <p:cTn id="8" dur="1000" fill="hold"/>
                                        <p:tgtEl>
                                          <p:spTgt spid="14"/>
                                        </p:tgtEl>
                                        <p:attrNameLst>
                                          <p:attrName>ppt_x</p:attrName>
                                          <p:attrName>ppt_y</p:attrName>
                                        </p:attrNameLst>
                                      </p:cBhvr>
                                      <p:rCtr x="-33659" y="116"/>
                                    </p:animMotion>
                                  </p:childTnLst>
                                </p:cTn>
                              </p:par>
                            </p:childTnLst>
                          </p:cTn>
                        </p:par>
                        <p:par>
                          <p:cTn id="9" fill="hold">
                            <p:stCondLst>
                              <p:cond delay="1000"/>
                            </p:stCondLst>
                            <p:childTnLst>
                              <p:par>
                                <p:cTn id="10" presetID="10" presetClass="entr" presetSubtype="0" fill="hold" grpId="0" nodeType="after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par>
                                <p:cTn id="22" presetID="10" presetClass="entr" presetSubtype="0" fill="hold" grpId="1"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par>
                                <p:cTn id="25" presetID="10"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500"/>
                                        <p:tgtEl>
                                          <p:spTgt spid="20"/>
                                        </p:tgtEl>
                                      </p:cBhvr>
                                    </p:animEffect>
                                    <p:set>
                                      <p:cBhvr>
                                        <p:cTn id="35" dur="1" fill="hold">
                                          <p:stCondLst>
                                            <p:cond delay="499"/>
                                          </p:stCondLst>
                                        </p:cTn>
                                        <p:tgtEl>
                                          <p:spTgt spid="20"/>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500"/>
                                        <p:tgtEl>
                                          <p:spTgt spid="23"/>
                                        </p:tgtEl>
                                      </p:cBhvr>
                                    </p:animEffect>
                                    <p:set>
                                      <p:cBhvr>
                                        <p:cTn id="38" dur="1" fill="hold">
                                          <p:stCondLst>
                                            <p:cond delay="499"/>
                                          </p:stCondLst>
                                        </p:cTn>
                                        <p:tgtEl>
                                          <p:spTgt spid="23"/>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500"/>
                                        <p:tgtEl>
                                          <p:spTgt spid="22"/>
                                        </p:tgtEl>
                                      </p:cBhvr>
                                    </p:animEffect>
                                    <p:set>
                                      <p:cBhvr>
                                        <p:cTn id="41" dur="1" fill="hold">
                                          <p:stCondLst>
                                            <p:cond delay="499"/>
                                          </p:stCondLst>
                                        </p:cTn>
                                        <p:tgtEl>
                                          <p:spTgt spid="22"/>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500"/>
                                        <p:tgtEl>
                                          <p:spTgt spid="21"/>
                                        </p:tgtEl>
                                      </p:cBhvr>
                                    </p:animEffect>
                                    <p:set>
                                      <p:cBhvr>
                                        <p:cTn id="44" dur="1" fill="hold">
                                          <p:stCondLst>
                                            <p:cond delay="499"/>
                                          </p:stCondLst>
                                        </p:cTn>
                                        <p:tgtEl>
                                          <p:spTgt spid="21"/>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500"/>
                                        <p:tgtEl>
                                          <p:spTgt spid="2"/>
                                        </p:tgtEl>
                                      </p:cBhvr>
                                    </p:animEffect>
                                    <p:set>
                                      <p:cBhvr>
                                        <p:cTn id="47" dur="1" fill="hold">
                                          <p:stCondLst>
                                            <p:cond delay="499"/>
                                          </p:stCondLst>
                                        </p:cTn>
                                        <p:tgtEl>
                                          <p:spTgt spid="2"/>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28"/>
                                        </p:tgtEl>
                                      </p:cBhvr>
                                    </p:animEffect>
                                    <p:set>
                                      <p:cBhvr>
                                        <p:cTn id="50" dur="1" fill="hold">
                                          <p:stCondLst>
                                            <p:cond delay="499"/>
                                          </p:stCondLst>
                                        </p:cTn>
                                        <p:tgtEl>
                                          <p:spTgt spid="28"/>
                                        </p:tgtEl>
                                        <p:attrNameLst>
                                          <p:attrName>style.visibility</p:attrName>
                                        </p:attrNameLst>
                                      </p:cBhvr>
                                      <p:to>
                                        <p:strVal val="hidden"/>
                                      </p:to>
                                    </p:set>
                                  </p:childTnLst>
                                </p:cTn>
                              </p:par>
                              <p:par>
                                <p:cTn id="51" presetID="10" presetClass="exit" presetSubtype="0" fill="hold" grpId="1" nodeType="withEffect">
                                  <p:stCondLst>
                                    <p:cond delay="0"/>
                                  </p:stCondLst>
                                  <p:childTnLst>
                                    <p:animEffect transition="out" filter="fade">
                                      <p:cBhvr>
                                        <p:cTn id="52" dur="500"/>
                                        <p:tgtEl>
                                          <p:spTgt spid="29"/>
                                        </p:tgtEl>
                                      </p:cBhvr>
                                    </p:animEffect>
                                    <p:set>
                                      <p:cBhvr>
                                        <p:cTn id="53"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29" grpId="0" animBg="1"/>
      <p:bldP spid="29" grpId="1" animBg="1"/>
      <p:bldP spid="21" grpId="0"/>
      <p:bldP spid="21" grpId="1"/>
      <p:bldP spid="22" grpId="0" animBg="1"/>
      <p:bldP spid="22" grpId="1" animBg="1"/>
      <p:bldP spid="28" grpId="0"/>
      <p:bldP spid="28"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75000"/>
            <a:lumOff val="25000"/>
          </a:schemeClr>
        </a:solidFill>
        <a:effectLst/>
      </p:bgPr>
    </p:bg>
    <p:spTree>
      <p:nvGrpSpPr>
        <p:cNvPr id="1" name=""/>
        <p:cNvGrpSpPr/>
        <p:nvPr/>
      </p:nvGrpSpPr>
      <p:grpSpPr>
        <a:xfrm>
          <a:off x="0" y="0"/>
          <a:ext cx="0" cy="0"/>
          <a:chOff x="0" y="0"/>
          <a:chExt cx="0" cy="0"/>
        </a:xfrm>
      </p:grpSpPr>
      <p:sp>
        <p:nvSpPr>
          <p:cNvPr id="6" name="Isosceles Triangle 5"/>
          <p:cNvSpPr/>
          <p:nvPr/>
        </p:nvSpPr>
        <p:spPr>
          <a:xfrm rot="16200000">
            <a:off x="-206142" y="3149012"/>
            <a:ext cx="1036320" cy="624036"/>
          </a:xfrm>
          <a:prstGeom prst="triangle">
            <a:avLst>
              <a:gd name="adj" fmla="val 47753"/>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139445" y="-2"/>
            <a:ext cx="5202751" cy="1323439"/>
          </a:xfrm>
          <a:prstGeom prst="rect">
            <a:avLst/>
          </a:prstGeom>
        </p:spPr>
        <p:txBody>
          <a:bodyPr wrap="square">
            <a:spAutoFit/>
          </a:bodyPr>
          <a:lstStyle/>
          <a:p>
            <a:pPr algn="ctr"/>
            <a:r>
              <a:rPr lang="en-ID" sz="4000" dirty="0">
                <a:solidFill>
                  <a:schemeClr val="bg1"/>
                </a:solidFill>
                <a:latin typeface="Cooper Black" panose="0208090404030B020404" pitchFamily="18" charset="0"/>
                <a:ea typeface="Microsoft YaHei" panose="020B0503020204020204" pitchFamily="34" charset="-122"/>
              </a:rPr>
              <a:t>Survey in Informatics Class</a:t>
            </a:r>
            <a:endParaRPr lang="en-US" sz="4000" dirty="0">
              <a:solidFill>
                <a:schemeClr val="bg1"/>
              </a:solidFill>
              <a:latin typeface="Cooper Black" panose="0208090404030B020404" pitchFamily="18" charset="0"/>
              <a:ea typeface="Microsoft YaHei" panose="020B0503020204020204" pitchFamily="34" charset="-122"/>
            </a:endParaRPr>
          </a:p>
        </p:txBody>
      </p:sp>
      <p:sp>
        <p:nvSpPr>
          <p:cNvPr id="14" name="Rectangle 13"/>
          <p:cNvSpPr/>
          <p:nvPr/>
        </p:nvSpPr>
        <p:spPr>
          <a:xfrm>
            <a:off x="738575" y="-2"/>
            <a:ext cx="14670809"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p:cNvSpPr/>
          <p:nvPr/>
        </p:nvSpPr>
        <p:spPr>
          <a:xfrm rot="16200000">
            <a:off x="8839385" y="3046820"/>
            <a:ext cx="1168401" cy="764356"/>
          </a:xfrm>
          <a:prstGeom prst="triangle">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9805763" y="0"/>
            <a:ext cx="15003780"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0579245" y="32030"/>
            <a:ext cx="15679604"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p:cNvSpPr/>
          <p:nvPr/>
        </p:nvSpPr>
        <p:spPr>
          <a:xfrm rot="16200000">
            <a:off x="9603740" y="3046820"/>
            <a:ext cx="1168401" cy="764356"/>
          </a:xfrm>
          <a:prstGeom prst="triangle">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0463230" y="3079540"/>
            <a:ext cx="1956416" cy="830997"/>
          </a:xfrm>
          <a:prstGeom prst="rect">
            <a:avLst/>
          </a:prstGeom>
          <a:noFill/>
        </p:spPr>
        <p:txBody>
          <a:bodyPr wrap="square" rtlCol="0">
            <a:spAutoFit/>
          </a:bodyPr>
          <a:lstStyle/>
          <a:p>
            <a:r>
              <a:rPr lang="en-ID" sz="4800" dirty="0">
                <a:solidFill>
                  <a:schemeClr val="bg1"/>
                </a:solidFill>
                <a:latin typeface="Arial Black" panose="020B0A04020102020204" pitchFamily="34" charset="0"/>
              </a:rPr>
              <a:t>DATA</a:t>
            </a:r>
            <a:endParaRPr lang="en-US" sz="4800" dirty="0">
              <a:solidFill>
                <a:schemeClr val="bg1"/>
              </a:solidFill>
              <a:latin typeface="Arial Black" panose="020B0A04020102020204" pitchFamily="34" charset="0"/>
            </a:endParaRPr>
          </a:p>
        </p:txBody>
      </p:sp>
      <p:sp>
        <p:nvSpPr>
          <p:cNvPr id="16" name="TextBox 15"/>
          <p:cNvSpPr txBox="1"/>
          <p:nvPr/>
        </p:nvSpPr>
        <p:spPr>
          <a:xfrm>
            <a:off x="1036321" y="477051"/>
            <a:ext cx="4114799" cy="369332"/>
          </a:xfrm>
          <a:prstGeom prst="rect">
            <a:avLst/>
          </a:prstGeom>
          <a:noFill/>
        </p:spPr>
        <p:txBody>
          <a:bodyPr wrap="square" rtlCol="0">
            <a:spAutoFit/>
          </a:bodyPr>
          <a:lstStyle/>
          <a:p>
            <a:r>
              <a:rPr lang="en-ID" dirty="0">
                <a:latin typeface="Arial Rounded MT Bold" panose="020F0704030504030204" pitchFamily="34" charset="0"/>
              </a:rPr>
              <a:t>2.AI is improving students grades.</a:t>
            </a:r>
            <a:endParaRPr lang="en-US" dirty="0">
              <a:latin typeface="Arial Rounded MT Bold" panose="020F0704030504030204" pitchFamily="34" charset="0"/>
            </a:endParaRPr>
          </a:p>
        </p:txBody>
      </p:sp>
      <p:pic>
        <p:nvPicPr>
          <p:cNvPr id="24" name="Picture 23"/>
          <p:cNvPicPr>
            <a:picLocks noChangeAspect="1"/>
          </p:cNvPicPr>
          <p:nvPr/>
        </p:nvPicPr>
        <p:blipFill>
          <a:blip r:embed="rId2" cstate="print">
            <a:extLst>
              <a:ext uri="{BEBA8EAE-BF5A-486C-A8C5-ECC9F3942E4B}">
                <a14:imgProps xmlns:a14="http://schemas.microsoft.com/office/drawing/2010/main">
                  <a14:imgLayer r:embed="rId3">
                    <a14:imgEffect>
                      <a14:backgroundRemoval t="9800" b="95323" l="9967" r="96242">
                        <a14:foregroundMark x1="14216" y1="86860" x2="14216" y2="86860"/>
                        <a14:foregroundMark x1="19935" y1="86860" x2="19935" y2="86860"/>
                        <a14:foregroundMark x1="28431" y1="85078" x2="28431" y2="85078"/>
                        <a14:foregroundMark x1="35621" y1="81292" x2="35621" y2="81292"/>
                        <a14:foregroundMark x1="44444" y1="79510" x2="44444" y2="79510"/>
                        <a14:foregroundMark x1="53431" y1="76615" x2="53431" y2="76615"/>
                        <a14:foregroundMark x1="61438" y1="74610" x2="61438" y2="74610"/>
                        <a14:foregroundMark x1="67157" y1="67929" x2="67157" y2="67929"/>
                        <a14:foregroundMark x1="74346" y1="62584" x2="74346" y2="62584"/>
                      </a14:backgroundRemoval>
                    </a14:imgEffect>
                  </a14:imgLayer>
                </a14:imgProps>
              </a:ext>
              <a:ext uri="{28A0092B-C50C-407E-A947-70E740481C1C}">
                <a14:useLocalDpi xmlns:a14="http://schemas.microsoft.com/office/drawing/2010/main" val="0"/>
              </a:ext>
            </a:extLst>
          </a:blip>
          <a:stretch>
            <a:fillRect/>
          </a:stretch>
        </p:blipFill>
        <p:spPr>
          <a:xfrm>
            <a:off x="738575" y="2203281"/>
            <a:ext cx="4654077" cy="3414511"/>
          </a:xfrm>
          <a:prstGeom prst="rect">
            <a:avLst/>
          </a:prstGeom>
        </p:spPr>
      </p:pic>
      <p:pic>
        <p:nvPicPr>
          <p:cNvPr id="25" name="Picture 2" descr="Diagram jawaban Formulir. Judul pertanyaan: 2.Ai is improving student&amp;apos;s grades. Jumlah jawaban: 57 jawaban.">
            <a:extLst>
              <a:ext uri="{FF2B5EF4-FFF2-40B4-BE49-F238E27FC236}">
                <a16:creationId xmlns="" xmlns:a16="http://schemas.microsoft.com/office/drawing/2014/main" id="{72AF6D2B-BCCB-4732-8C4D-CA0C99DA08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697" t="30643" r="54727" b="11122"/>
          <a:stretch/>
        </p:blipFill>
        <p:spPr bwMode="auto">
          <a:xfrm>
            <a:off x="5401778" y="1323437"/>
            <a:ext cx="2996207" cy="2987040"/>
          </a:xfrm>
          <a:prstGeom prst="ellipse">
            <a:avLst/>
          </a:prstGeom>
          <a:noFill/>
          <a:extLst>
            <a:ext uri="{909E8E84-426E-40DD-AFC4-6F175D3DCCD1}">
              <a14:hiddenFill xmlns:a14="http://schemas.microsoft.com/office/drawing/2010/main">
                <a:solidFill>
                  <a:srgbClr val="FFFFFF"/>
                </a:solidFill>
              </a14:hiddenFill>
            </a:ext>
          </a:extLst>
        </p:spPr>
      </p:pic>
      <p:pic>
        <p:nvPicPr>
          <p:cNvPr id="27" name="Picture 2" descr="Diagram jawaban Formulir. Judul pertanyaan: 1.I am depending on Ai when completing assignment. Jumlah jawaban: 57 jawaban.">
            <a:extLst>
              <a:ext uri="{FF2B5EF4-FFF2-40B4-BE49-F238E27FC236}">
                <a16:creationId xmlns="" xmlns:a16="http://schemas.microsoft.com/office/drawing/2014/main" id="{E11E64E9-F83D-6470-88B4-2CAFCF5D6E42}"/>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24351" b="50541" l="60565" r="75228">
                        <a14:foregroundMark x1="63798" y1="33442" x2="63798" y2="33442"/>
                        <a14:foregroundMark x1="63980" y1="45455" x2="63980" y2="45455"/>
                        <a14:foregroundMark x1="66075" y1="32684" x2="66075" y2="32684"/>
                        <a14:foregroundMark x1="66849" y1="32035" x2="66849" y2="32035"/>
                        <a14:foregroundMark x1="67623" y1="32251" x2="67623" y2="32251"/>
                        <a14:foregroundMark x1="67168" y1="37554" x2="67168" y2="37554"/>
                        <a14:foregroundMark x1="66576" y1="38636" x2="66576" y2="38636"/>
                        <a14:foregroundMark x1="66530" y1="44697" x2="66530" y2="44697"/>
                        <a14:foregroundMark x1="66894" y1="44913" x2="66894" y2="44913"/>
                        <a14:foregroundMark x1="67851" y1="44697" x2="67851" y2="44697"/>
                        <a14:foregroundMark x1="69035" y1="44589" x2="69035" y2="44589"/>
                        <a14:foregroundMark x1="69900" y1="45238" x2="69900" y2="45238"/>
                        <a14:foregroundMark x1="70719" y1="45346" x2="70719" y2="45346"/>
                        <a14:foregroundMark x1="71311" y1="45238" x2="71311" y2="45238"/>
                        <a14:backgroundMark x1="67031" y1="32359" x2="67031" y2="32359"/>
                        <a14:backgroundMark x1="71585" y1="44805" x2="71585" y2="44805"/>
                      </a14:backgroundRemoval>
                    </a14:imgEffect>
                  </a14:imgLayer>
                </a14:imgProps>
              </a:ext>
              <a:ext uri="{28A0092B-C50C-407E-A947-70E740481C1C}">
                <a14:useLocalDpi xmlns:a14="http://schemas.microsoft.com/office/drawing/2010/main" val="0"/>
              </a:ext>
            </a:extLst>
          </a:blip>
          <a:srcRect l="63000" t="28866" r="26909" b="51848"/>
          <a:stretch/>
        </p:blipFill>
        <p:spPr bwMode="auto">
          <a:xfrm>
            <a:off x="8456918" y="1323437"/>
            <a:ext cx="1230286" cy="989214"/>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p:cNvSpPr txBox="1"/>
          <p:nvPr/>
        </p:nvSpPr>
        <p:spPr>
          <a:xfrm>
            <a:off x="5985189" y="954103"/>
            <a:ext cx="1767840" cy="369332"/>
          </a:xfrm>
          <a:prstGeom prst="rect">
            <a:avLst/>
          </a:prstGeom>
          <a:noFill/>
        </p:spPr>
        <p:txBody>
          <a:bodyPr wrap="square" rtlCol="0">
            <a:spAutoFit/>
          </a:bodyPr>
          <a:lstStyle/>
          <a:p>
            <a:r>
              <a:rPr lang="en-ID" dirty="0">
                <a:solidFill>
                  <a:schemeClr val="bg1"/>
                </a:solidFill>
                <a:latin typeface="Arial Black" panose="020B0A04020102020204" pitchFamily="34" charset="0"/>
              </a:rPr>
              <a:t>58 Answer</a:t>
            </a:r>
            <a:endParaRPr lang="en-US"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3552420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4.16667E-7 0.00972 L 0.6651 0.0088 " pathEditMode="fixed" rAng="0" ptsTypes="AA">
                                      <p:cBhvr>
                                        <p:cTn id="6" dur="1000" fill="hold"/>
                                        <p:tgtEl>
                                          <p:spTgt spid="14"/>
                                        </p:tgtEl>
                                        <p:attrNameLst>
                                          <p:attrName>ppt_x</p:attrName>
                                          <p:attrName>ppt_y</p:attrName>
                                        </p:attrNameLst>
                                      </p:cBhvr>
                                      <p:rCtr x="33255" y="-46"/>
                                    </p:animMotion>
                                  </p:childTnLst>
                                </p:cTn>
                              </p:par>
                              <p:par>
                                <p:cTn id="7" presetID="63" presetClass="path" presetSubtype="0" accel="50000" decel="50000" fill="hold" grpId="0" nodeType="withEffect">
                                  <p:stCondLst>
                                    <p:cond delay="0"/>
                                  </p:stCondLst>
                                  <p:childTnLst>
                                    <p:animMotion origin="layout" path="M -8.33333E-7 3.7037E-7 L 0.68945 0.00556 " pathEditMode="fixed" rAng="0" ptsTypes="AA">
                                      <p:cBhvr>
                                        <p:cTn id="8" dur="1000" fill="hold"/>
                                        <p:tgtEl>
                                          <p:spTgt spid="6"/>
                                        </p:tgtEl>
                                        <p:attrNameLst>
                                          <p:attrName>ppt_x</p:attrName>
                                          <p:attrName>ppt_y</p:attrName>
                                        </p:attrNameLst>
                                      </p:cBhvr>
                                      <p:rCtr x="34466" y="278"/>
                                    </p:animMotion>
                                  </p:childTnLst>
                                </p:cTn>
                              </p:par>
                            </p:childTnLst>
                          </p:cTn>
                        </p:par>
                        <p:par>
                          <p:cTn id="9" fill="hold">
                            <p:stCondLst>
                              <p:cond delay="1000"/>
                            </p:stCondLst>
                            <p:childTnLst>
                              <p:par>
                                <p:cTn id="10" presetID="35" presetClass="path" presetSubtype="0" accel="50000" decel="50000" fill="hold" grpId="0" nodeType="afterEffect">
                                  <p:stCondLst>
                                    <p:cond delay="0"/>
                                  </p:stCondLst>
                                  <p:childTnLst>
                                    <p:animMotion origin="layout" path="M 3.33333E-6 0 L -0.7474 0.00463 " pathEditMode="fixed" rAng="0" ptsTypes="AA">
                                      <p:cBhvr>
                                        <p:cTn id="11" dur="1000" fill="hold"/>
                                        <p:tgtEl>
                                          <p:spTgt spid="17"/>
                                        </p:tgtEl>
                                        <p:attrNameLst>
                                          <p:attrName>ppt_x</p:attrName>
                                          <p:attrName>ppt_y</p:attrName>
                                        </p:attrNameLst>
                                      </p:cBhvr>
                                      <p:rCtr x="-36992" y="255"/>
                                    </p:animMotion>
                                  </p:childTnLst>
                                </p:cTn>
                              </p:par>
                              <p:par>
                                <p:cTn id="12" presetID="35" presetClass="path" presetSubtype="0" accel="50000" decel="50000" fill="hold" grpId="0" nodeType="withEffect">
                                  <p:stCondLst>
                                    <p:cond delay="0"/>
                                  </p:stCondLst>
                                  <p:childTnLst>
                                    <p:animMotion origin="layout" path="M -1.25E-6 0 L -0.75729 0.00972 " pathEditMode="fixed" rAng="0" ptsTypes="AA">
                                      <p:cBhvr>
                                        <p:cTn id="13" dur="1000" fill="hold"/>
                                        <p:tgtEl>
                                          <p:spTgt spid="15"/>
                                        </p:tgtEl>
                                        <p:attrNameLst>
                                          <p:attrName>ppt_x</p:attrName>
                                          <p:attrName>ppt_y</p:attrName>
                                        </p:attrNameLst>
                                      </p:cBhvr>
                                      <p:rCtr x="-36706" y="625"/>
                                    </p:animMotion>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0"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500"/>
                                        <p:tgtEl>
                                          <p:spTgt spid="2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1" nodeType="clickEffect">
                                  <p:stCondLst>
                                    <p:cond delay="0"/>
                                  </p:stCondLst>
                                  <p:childTnLst>
                                    <p:animEffect transition="out" filter="fade">
                                      <p:cBhvr>
                                        <p:cTn id="33" dur="500"/>
                                        <p:tgtEl>
                                          <p:spTgt spid="16"/>
                                        </p:tgtEl>
                                      </p:cBhvr>
                                    </p:animEffect>
                                    <p:set>
                                      <p:cBhvr>
                                        <p:cTn id="34" dur="1" fill="hold">
                                          <p:stCondLst>
                                            <p:cond delay="499"/>
                                          </p:stCondLst>
                                        </p:cTn>
                                        <p:tgtEl>
                                          <p:spTgt spid="16"/>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24"/>
                                        </p:tgtEl>
                                      </p:cBhvr>
                                    </p:animEffect>
                                    <p:set>
                                      <p:cBhvr>
                                        <p:cTn id="37" dur="1" fill="hold">
                                          <p:stCondLst>
                                            <p:cond delay="499"/>
                                          </p:stCondLst>
                                        </p:cTn>
                                        <p:tgtEl>
                                          <p:spTgt spid="24"/>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25"/>
                                        </p:tgtEl>
                                      </p:cBhvr>
                                    </p:animEffect>
                                    <p:set>
                                      <p:cBhvr>
                                        <p:cTn id="40" dur="1" fill="hold">
                                          <p:stCondLst>
                                            <p:cond delay="499"/>
                                          </p:stCondLst>
                                        </p:cTn>
                                        <p:tgtEl>
                                          <p:spTgt spid="25"/>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27"/>
                                        </p:tgtEl>
                                      </p:cBhvr>
                                    </p:animEffect>
                                    <p:set>
                                      <p:cBhvr>
                                        <p:cTn id="43" dur="1" fill="hold">
                                          <p:stCondLst>
                                            <p:cond delay="499"/>
                                          </p:stCondLst>
                                        </p:cTn>
                                        <p:tgtEl>
                                          <p:spTgt spid="27"/>
                                        </p:tgtEl>
                                        <p:attrNameLst>
                                          <p:attrName>style.visibility</p:attrName>
                                        </p:attrNameLst>
                                      </p:cBhvr>
                                      <p:to>
                                        <p:strVal val="hidden"/>
                                      </p:to>
                                    </p:set>
                                  </p:childTnLst>
                                </p:cTn>
                              </p:par>
                              <p:par>
                                <p:cTn id="44" presetID="10" presetClass="exit" presetSubtype="0" fill="hold" grpId="1" nodeType="withEffect">
                                  <p:stCondLst>
                                    <p:cond delay="0"/>
                                  </p:stCondLst>
                                  <p:childTnLst>
                                    <p:animEffect transition="out" filter="fade">
                                      <p:cBhvr>
                                        <p:cTn id="45" dur="500"/>
                                        <p:tgtEl>
                                          <p:spTgt spid="29"/>
                                        </p:tgtEl>
                                      </p:cBhvr>
                                    </p:animEffect>
                                    <p:set>
                                      <p:cBhvr>
                                        <p:cTn id="46"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17" grpId="0" animBg="1"/>
      <p:bldP spid="15" grpId="0" animBg="1"/>
      <p:bldP spid="16" grpId="0"/>
      <p:bldP spid="16" grpId="1"/>
      <p:bldP spid="29" grpId="0"/>
      <p:bldP spid="29"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75000"/>
            <a:lumOff val="25000"/>
          </a:schemeClr>
        </a:solidFill>
        <a:effectLst/>
      </p:bgPr>
    </p:bg>
    <p:spTree>
      <p:nvGrpSpPr>
        <p:cNvPr id="1" name=""/>
        <p:cNvGrpSpPr/>
        <p:nvPr/>
      </p:nvGrpSpPr>
      <p:grpSpPr>
        <a:xfrm>
          <a:off x="0" y="0"/>
          <a:ext cx="0" cy="0"/>
          <a:chOff x="0" y="0"/>
          <a:chExt cx="0" cy="0"/>
        </a:xfrm>
      </p:grpSpPr>
      <p:sp>
        <p:nvSpPr>
          <p:cNvPr id="6" name="Isosceles Triangle 5"/>
          <p:cNvSpPr/>
          <p:nvPr/>
        </p:nvSpPr>
        <p:spPr>
          <a:xfrm rot="16200000">
            <a:off x="8113393" y="3183021"/>
            <a:ext cx="1036320" cy="624036"/>
          </a:xfrm>
          <a:prstGeom prst="triangle">
            <a:avLst>
              <a:gd name="adj" fmla="val 47753"/>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139445" y="-2"/>
            <a:ext cx="5202751" cy="1323439"/>
          </a:xfrm>
          <a:prstGeom prst="rect">
            <a:avLst/>
          </a:prstGeom>
        </p:spPr>
        <p:txBody>
          <a:bodyPr wrap="square">
            <a:spAutoFit/>
          </a:bodyPr>
          <a:lstStyle/>
          <a:p>
            <a:pPr algn="ctr"/>
            <a:r>
              <a:rPr lang="en-ID" sz="4000" dirty="0">
                <a:solidFill>
                  <a:schemeClr val="bg1"/>
                </a:solidFill>
                <a:latin typeface="Cooper Black" panose="0208090404030B020404" pitchFamily="18" charset="0"/>
                <a:ea typeface="Microsoft YaHei" panose="020B0503020204020204" pitchFamily="34" charset="-122"/>
              </a:rPr>
              <a:t>Survey in Informatics Class</a:t>
            </a:r>
            <a:endParaRPr lang="en-US" sz="4000" dirty="0">
              <a:solidFill>
                <a:schemeClr val="bg1"/>
              </a:solidFill>
              <a:latin typeface="Cooper Black" panose="0208090404030B020404" pitchFamily="18" charset="0"/>
              <a:ea typeface="Microsoft YaHei" panose="020B0503020204020204" pitchFamily="34" charset="-122"/>
            </a:endParaRPr>
          </a:p>
        </p:txBody>
      </p:sp>
      <p:sp>
        <p:nvSpPr>
          <p:cNvPr id="14" name="Rectangle 13"/>
          <p:cNvSpPr/>
          <p:nvPr/>
        </p:nvSpPr>
        <p:spPr>
          <a:xfrm>
            <a:off x="8943571" y="0"/>
            <a:ext cx="14670809"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7645" y="-519"/>
            <a:ext cx="15003780"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p:cNvSpPr/>
          <p:nvPr/>
        </p:nvSpPr>
        <p:spPr>
          <a:xfrm rot="16200000">
            <a:off x="-202024" y="3046303"/>
            <a:ext cx="1168401" cy="764356"/>
          </a:xfrm>
          <a:prstGeom prst="triangle">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0579245" y="32030"/>
            <a:ext cx="15679604"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p:cNvSpPr/>
          <p:nvPr/>
        </p:nvSpPr>
        <p:spPr>
          <a:xfrm rot="16200000">
            <a:off x="9603740" y="3046820"/>
            <a:ext cx="1168401" cy="764356"/>
          </a:xfrm>
          <a:prstGeom prst="triangle">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0463230" y="3079540"/>
            <a:ext cx="1956416" cy="830997"/>
          </a:xfrm>
          <a:prstGeom prst="rect">
            <a:avLst/>
          </a:prstGeom>
          <a:noFill/>
        </p:spPr>
        <p:txBody>
          <a:bodyPr wrap="square" rtlCol="0">
            <a:spAutoFit/>
          </a:bodyPr>
          <a:lstStyle/>
          <a:p>
            <a:r>
              <a:rPr lang="en-ID" sz="4800" dirty="0">
                <a:solidFill>
                  <a:schemeClr val="bg1"/>
                </a:solidFill>
                <a:latin typeface="Arial Black" panose="020B0A04020102020204" pitchFamily="34" charset="0"/>
              </a:rPr>
              <a:t>DATA</a:t>
            </a:r>
            <a:endParaRPr lang="en-US" sz="4800" dirty="0">
              <a:solidFill>
                <a:schemeClr val="bg1"/>
              </a:solidFill>
              <a:latin typeface="Arial Black" panose="020B0A04020102020204" pitchFamily="34" charset="0"/>
            </a:endParaRPr>
          </a:p>
        </p:txBody>
      </p:sp>
      <p:sp>
        <p:nvSpPr>
          <p:cNvPr id="2" name="Rectangle 1"/>
          <p:cNvSpPr/>
          <p:nvPr/>
        </p:nvSpPr>
        <p:spPr>
          <a:xfrm>
            <a:off x="1045251" y="624840"/>
            <a:ext cx="4715469" cy="69859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045251" y="769699"/>
            <a:ext cx="6035040" cy="369332"/>
          </a:xfrm>
          <a:prstGeom prst="rect">
            <a:avLst/>
          </a:prstGeom>
          <a:noFill/>
        </p:spPr>
        <p:txBody>
          <a:bodyPr wrap="square" rtlCol="0">
            <a:spAutoFit/>
          </a:bodyPr>
          <a:lstStyle/>
          <a:p>
            <a:r>
              <a:rPr lang="en-ID" dirty="0">
                <a:latin typeface="Arial Rounded MT Bold" panose="020F0704030504030204" pitchFamily="34" charset="0"/>
              </a:rPr>
              <a:t>3.AI increase my grades but not my skill</a:t>
            </a:r>
            <a:endParaRPr lang="en-US" dirty="0">
              <a:latin typeface="Arial Rounded MT Bold" panose="020F0704030504030204" pitchFamily="34" charset="0"/>
            </a:endParaRPr>
          </a:p>
        </p:txBody>
      </p:sp>
      <p:pic>
        <p:nvPicPr>
          <p:cNvPr id="16" name="Picture 15" descr="Diagram jawaban Formulir. Judul pertanyaan: 3.Ai increase my grades but not my skill. Jumlah jawaban: 57 jawaban.">
            <a:extLst>
              <a:ext uri="{FF2B5EF4-FFF2-40B4-BE49-F238E27FC236}">
                <a16:creationId xmlns="" xmlns:a16="http://schemas.microsoft.com/office/drawing/2014/main" id="{8080A545-AE22-77C8-8EB2-0B2401526D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540" t="30120" r="54710" b="10455"/>
          <a:stretch/>
        </p:blipFill>
        <p:spPr bwMode="auto">
          <a:xfrm>
            <a:off x="6986787" y="2474256"/>
            <a:ext cx="3017521" cy="3048000"/>
          </a:xfrm>
          <a:prstGeom prst="ellipse">
            <a:avLst/>
          </a:prstGeom>
          <a:noFill/>
          <a:extLst>
            <a:ext uri="{909E8E84-426E-40DD-AFC4-6F175D3DCCD1}">
              <a14:hiddenFill xmlns:a14="http://schemas.microsoft.com/office/drawing/2010/main">
                <a:solidFill>
                  <a:srgbClr val="FFFFFF"/>
                </a:solidFill>
              </a14:hiddenFill>
            </a:ext>
          </a:extLst>
        </p:spPr>
      </p:pic>
      <p:pic>
        <p:nvPicPr>
          <p:cNvPr id="20" name="Picture 2" descr="Diagram jawaban Formulir. Judul pertanyaan: 1.I am depending on Ai when completing assignment. Jumlah jawaban: 57 jawaban.">
            <a:extLst>
              <a:ext uri="{FF2B5EF4-FFF2-40B4-BE49-F238E27FC236}">
                <a16:creationId xmlns="" xmlns:a16="http://schemas.microsoft.com/office/drawing/2014/main" id="{E11E64E9-F83D-6470-88B4-2CAFCF5D6E4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4351" b="50541" l="60565" r="75228">
                        <a14:foregroundMark x1="63798" y1="33442" x2="63798" y2="33442"/>
                        <a14:foregroundMark x1="63980" y1="45455" x2="63980" y2="45455"/>
                        <a14:foregroundMark x1="66075" y1="32684" x2="66075" y2="32684"/>
                        <a14:foregroundMark x1="66849" y1="32035" x2="66849" y2="32035"/>
                        <a14:foregroundMark x1="67623" y1="32251" x2="67623" y2="32251"/>
                        <a14:foregroundMark x1="67168" y1="37554" x2="67168" y2="37554"/>
                        <a14:foregroundMark x1="66576" y1="38636" x2="66576" y2="38636"/>
                        <a14:foregroundMark x1="66530" y1="44697" x2="66530" y2="44697"/>
                        <a14:foregroundMark x1="66894" y1="44913" x2="66894" y2="44913"/>
                        <a14:foregroundMark x1="67851" y1="44697" x2="67851" y2="44697"/>
                        <a14:foregroundMark x1="69035" y1="44589" x2="69035" y2="44589"/>
                        <a14:foregroundMark x1="69900" y1="45238" x2="69900" y2="45238"/>
                        <a14:foregroundMark x1="70719" y1="45346" x2="70719" y2="45346"/>
                        <a14:foregroundMark x1="71311" y1="45238" x2="71311" y2="45238"/>
                        <a14:backgroundMark x1="67031" y1="32359" x2="67031" y2="32359"/>
                        <a14:backgroundMark x1="71585" y1="44805" x2="71585" y2="44805"/>
                      </a14:backgroundRemoval>
                    </a14:imgEffect>
                  </a14:imgLayer>
                </a14:imgProps>
              </a:ext>
              <a:ext uri="{28A0092B-C50C-407E-A947-70E740481C1C}">
                <a14:useLocalDpi xmlns:a14="http://schemas.microsoft.com/office/drawing/2010/main" val="0"/>
              </a:ext>
            </a:extLst>
          </a:blip>
          <a:srcRect l="63000" t="28866" r="26909" b="51848"/>
          <a:stretch/>
        </p:blipFill>
        <p:spPr bwMode="auto">
          <a:xfrm>
            <a:off x="9061491" y="1453012"/>
            <a:ext cx="1230286" cy="98921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68536" y="2093138"/>
            <a:ext cx="5182174" cy="4530168"/>
          </a:xfrm>
          <a:prstGeom prst="rect">
            <a:avLst/>
          </a:prstGeom>
        </p:spPr>
      </p:pic>
      <p:sp>
        <p:nvSpPr>
          <p:cNvPr id="22" name="TextBox 21"/>
          <p:cNvSpPr txBox="1"/>
          <p:nvPr/>
        </p:nvSpPr>
        <p:spPr>
          <a:xfrm>
            <a:off x="7435615" y="1947619"/>
            <a:ext cx="1767840" cy="369332"/>
          </a:xfrm>
          <a:prstGeom prst="rect">
            <a:avLst/>
          </a:prstGeom>
          <a:noFill/>
        </p:spPr>
        <p:txBody>
          <a:bodyPr wrap="square" rtlCol="0">
            <a:spAutoFit/>
          </a:bodyPr>
          <a:lstStyle/>
          <a:p>
            <a:r>
              <a:rPr lang="en-ID" dirty="0">
                <a:solidFill>
                  <a:schemeClr val="bg1"/>
                </a:solidFill>
                <a:latin typeface="Arial Black" panose="020B0A04020102020204" pitchFamily="34" charset="0"/>
              </a:rPr>
              <a:t>58 Answer</a:t>
            </a:r>
            <a:endParaRPr lang="en-US"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2511689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1.66667E-6 0 L 0.71771 0.00231 " pathEditMode="relative" rAng="0" ptsTypes="AA">
                                      <p:cBhvr>
                                        <p:cTn id="6" dur="1000" fill="hold"/>
                                        <p:tgtEl>
                                          <p:spTgt spid="15"/>
                                        </p:tgtEl>
                                        <p:attrNameLst>
                                          <p:attrName>ppt_x</p:attrName>
                                          <p:attrName>ppt_y</p:attrName>
                                        </p:attrNameLst>
                                      </p:cBhvr>
                                      <p:rCtr x="35885" y="116"/>
                                    </p:animMotion>
                                  </p:childTnLst>
                                </p:cTn>
                              </p:par>
                              <p:par>
                                <p:cTn id="7" presetID="63" presetClass="path" presetSubtype="0" accel="50000" decel="50000" fill="hold" grpId="0" nodeType="withEffect">
                                  <p:stCondLst>
                                    <p:cond delay="0"/>
                                  </p:stCondLst>
                                  <p:childTnLst>
                                    <p:animMotion origin="layout" path="M -0.00312 1.48148E-6 L 0.72487 0.00023 " pathEditMode="fixed" rAng="0" ptsTypes="AA">
                                      <p:cBhvr>
                                        <p:cTn id="8" dur="1000" fill="hold"/>
                                        <p:tgtEl>
                                          <p:spTgt spid="17"/>
                                        </p:tgtEl>
                                        <p:attrNameLst>
                                          <p:attrName>ppt_x</p:attrName>
                                          <p:attrName>ppt_y</p:attrName>
                                        </p:attrNameLst>
                                      </p:cBhvr>
                                      <p:rCtr x="36393" y="0"/>
                                    </p:animMotion>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par>
                                <p:cTn id="14" presetID="35" presetClass="path" presetSubtype="0" accel="50000" decel="50000" fill="hold" grpId="0" nodeType="withEffect">
                                  <p:stCondLst>
                                    <p:cond delay="0"/>
                                  </p:stCondLst>
                                  <p:childTnLst>
                                    <p:animMotion origin="layout" path="M 2.91667E-6 0 L -0.80742 -0.00023 " pathEditMode="fixed" rAng="0" ptsTypes="AA">
                                      <p:cBhvr>
                                        <p:cTn id="15" dur="1000" fill="hold"/>
                                        <p:tgtEl>
                                          <p:spTgt spid="19"/>
                                        </p:tgtEl>
                                        <p:attrNameLst>
                                          <p:attrName>ppt_x</p:attrName>
                                          <p:attrName>ppt_y</p:attrName>
                                        </p:attrNameLst>
                                      </p:cBhvr>
                                      <p:rCtr x="-40221" y="93"/>
                                    </p:animMotion>
                                  </p:childTnLst>
                                </p:cTn>
                              </p:par>
                              <p:par>
                                <p:cTn id="16" presetID="35" presetClass="path" presetSubtype="0" accel="50000" decel="50000" fill="hold" grpId="0" nodeType="withEffect">
                                  <p:stCondLst>
                                    <p:cond delay="0"/>
                                  </p:stCondLst>
                                  <p:childTnLst>
                                    <p:animMotion origin="layout" path="M 0.02734 3.7037E-7 L -0.80104 -0.00463 " pathEditMode="fixed" rAng="0" ptsTypes="AA">
                                      <p:cBhvr>
                                        <p:cTn id="17" dur="1000" fill="hold"/>
                                        <p:tgtEl>
                                          <p:spTgt spid="18"/>
                                        </p:tgtEl>
                                        <p:attrNameLst>
                                          <p:attrName>ppt_x</p:attrName>
                                          <p:attrName>ppt_y</p:attrName>
                                        </p:attrNameLst>
                                      </p:cBhvr>
                                      <p:rCtr x="-41419" y="-231"/>
                                    </p:animMotion>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grpId="1" nodeType="clickEffect">
                                  <p:stCondLst>
                                    <p:cond delay="0"/>
                                  </p:stCondLst>
                                  <p:childTnLst>
                                    <p:animEffect transition="out" filter="fade">
                                      <p:cBhvr>
                                        <p:cTn id="40" dur="500"/>
                                        <p:tgtEl>
                                          <p:spTgt spid="2"/>
                                        </p:tgtEl>
                                      </p:cBhvr>
                                    </p:animEffect>
                                    <p:set>
                                      <p:cBhvr>
                                        <p:cTn id="41" dur="1" fill="hold">
                                          <p:stCondLst>
                                            <p:cond delay="499"/>
                                          </p:stCondLst>
                                        </p:cTn>
                                        <p:tgtEl>
                                          <p:spTgt spid="2"/>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500"/>
                                        <p:tgtEl>
                                          <p:spTgt spid="16"/>
                                        </p:tgtEl>
                                      </p:cBhvr>
                                    </p:animEffect>
                                    <p:set>
                                      <p:cBhvr>
                                        <p:cTn id="44" dur="1" fill="hold">
                                          <p:stCondLst>
                                            <p:cond delay="499"/>
                                          </p:stCondLst>
                                        </p:cTn>
                                        <p:tgtEl>
                                          <p:spTgt spid="16"/>
                                        </p:tgtEl>
                                        <p:attrNameLst>
                                          <p:attrName>style.visibility</p:attrName>
                                        </p:attrNameLst>
                                      </p:cBhvr>
                                      <p:to>
                                        <p:strVal val="hidden"/>
                                      </p:to>
                                    </p:set>
                                  </p:childTnLst>
                                </p:cTn>
                              </p:par>
                              <p:par>
                                <p:cTn id="45" presetID="10" presetClass="exit" presetSubtype="0" fill="hold" grpId="1" nodeType="withEffect">
                                  <p:stCondLst>
                                    <p:cond delay="0"/>
                                  </p:stCondLst>
                                  <p:childTnLst>
                                    <p:animEffect transition="out" filter="fade">
                                      <p:cBhvr>
                                        <p:cTn id="46" dur="500"/>
                                        <p:tgtEl>
                                          <p:spTgt spid="10"/>
                                        </p:tgtEl>
                                      </p:cBhvr>
                                    </p:animEffect>
                                    <p:set>
                                      <p:cBhvr>
                                        <p:cTn id="47" dur="1" fill="hold">
                                          <p:stCondLst>
                                            <p:cond delay="499"/>
                                          </p:stCondLst>
                                        </p:cTn>
                                        <p:tgtEl>
                                          <p:spTgt spid="10"/>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500"/>
                                        <p:tgtEl>
                                          <p:spTgt spid="3"/>
                                        </p:tgtEl>
                                      </p:cBhvr>
                                    </p:animEffect>
                                    <p:set>
                                      <p:cBhvr>
                                        <p:cTn id="50" dur="1" fill="hold">
                                          <p:stCondLst>
                                            <p:cond delay="499"/>
                                          </p:stCondLst>
                                        </p:cTn>
                                        <p:tgtEl>
                                          <p:spTgt spid="3"/>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500"/>
                                        <p:tgtEl>
                                          <p:spTgt spid="20"/>
                                        </p:tgtEl>
                                      </p:cBhvr>
                                    </p:animEffect>
                                    <p:set>
                                      <p:cBhvr>
                                        <p:cTn id="53" dur="1" fill="hold">
                                          <p:stCondLst>
                                            <p:cond delay="499"/>
                                          </p:stCondLst>
                                        </p:cTn>
                                        <p:tgtEl>
                                          <p:spTgt spid="20"/>
                                        </p:tgtEl>
                                        <p:attrNameLst>
                                          <p:attrName>style.visibility</p:attrName>
                                        </p:attrNameLst>
                                      </p:cBhvr>
                                      <p:to>
                                        <p:strVal val="hidden"/>
                                      </p:to>
                                    </p:set>
                                  </p:childTnLst>
                                </p:cTn>
                              </p:par>
                              <p:par>
                                <p:cTn id="54" presetID="10" presetClass="exit" presetSubtype="0" fill="hold" grpId="1" nodeType="withEffect">
                                  <p:stCondLst>
                                    <p:cond delay="0"/>
                                  </p:stCondLst>
                                  <p:childTnLst>
                                    <p:animEffect transition="out" filter="fade">
                                      <p:cBhvr>
                                        <p:cTn id="55" dur="500"/>
                                        <p:tgtEl>
                                          <p:spTgt spid="22"/>
                                        </p:tgtEl>
                                      </p:cBhvr>
                                    </p:animEffect>
                                    <p:set>
                                      <p:cBhvr>
                                        <p:cTn id="56"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P spid="19" grpId="0" animBg="1"/>
      <p:bldP spid="13" grpId="0"/>
      <p:bldP spid="2" grpId="0" animBg="1"/>
      <p:bldP spid="2" grpId="1" animBg="1"/>
      <p:bldP spid="10" grpId="0"/>
      <p:bldP spid="10" grpId="1"/>
      <p:bldP spid="22" grpId="0"/>
      <p:bldP spid="22"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6000">
              <a:schemeClr val="tx2">
                <a:lumMod val="75000"/>
                <a:lumOff val="25000"/>
              </a:schemeClr>
            </a:gs>
            <a:gs pos="20000">
              <a:schemeClr val="accent1">
                <a:lumMod val="45000"/>
                <a:lumOff val="55000"/>
              </a:schemeClr>
            </a:gs>
            <a:gs pos="67000">
              <a:schemeClr val="tx2">
                <a:lumMod val="75000"/>
                <a:lumOff val="25000"/>
              </a:schemeClr>
            </a:gs>
            <a:gs pos="87000">
              <a:schemeClr val="tx2">
                <a:lumMod val="90000"/>
                <a:lumOff val="10000"/>
              </a:schemeClr>
            </a:gs>
          </a:gsLst>
          <a:lin ang="5400000" scaled="1"/>
        </a:gradFill>
        <a:effectLst/>
      </p:bgPr>
    </p:bg>
    <p:spTree>
      <p:nvGrpSpPr>
        <p:cNvPr id="1" name=""/>
        <p:cNvGrpSpPr/>
        <p:nvPr/>
      </p:nvGrpSpPr>
      <p:grpSpPr>
        <a:xfrm>
          <a:off x="0" y="0"/>
          <a:ext cx="0" cy="0"/>
          <a:chOff x="0" y="0"/>
          <a:chExt cx="0" cy="0"/>
        </a:xfrm>
      </p:grpSpPr>
      <p:grpSp>
        <p:nvGrpSpPr>
          <p:cNvPr id="21" name="Group 20"/>
          <p:cNvGrpSpPr/>
          <p:nvPr/>
        </p:nvGrpSpPr>
        <p:grpSpPr>
          <a:xfrm>
            <a:off x="10456175" y="4527496"/>
            <a:ext cx="1735825" cy="3321089"/>
            <a:chOff x="10053097" y="-715118"/>
            <a:chExt cx="1735825" cy="3321089"/>
          </a:xfrm>
        </p:grpSpPr>
        <p:sp>
          <p:nvSpPr>
            <p:cNvPr id="22" name="Rectangle 21"/>
            <p:cNvSpPr/>
            <p:nvPr/>
          </p:nvSpPr>
          <p:spPr>
            <a:xfrm rot="18941903">
              <a:off x="11270690" y="-373485"/>
              <a:ext cx="518232" cy="105350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rot="18941903">
              <a:off x="11001045" y="-715118"/>
              <a:ext cx="518232" cy="332108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p:nvSpPr>
          <p:spPr>
            <a:xfrm rot="18980827">
              <a:off x="10053097" y="73619"/>
              <a:ext cx="583908" cy="214778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Rounded Rectangle 49"/>
          <p:cNvSpPr/>
          <p:nvPr/>
        </p:nvSpPr>
        <p:spPr>
          <a:xfrm>
            <a:off x="3546263" y="3797739"/>
            <a:ext cx="5821680" cy="187960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3647440" y="3923013"/>
            <a:ext cx="6096000" cy="1754326"/>
          </a:xfrm>
          <a:prstGeom prst="rect">
            <a:avLst/>
          </a:prstGeom>
        </p:spPr>
        <p:txBody>
          <a:bodyPr>
            <a:spAutoFit/>
          </a:bodyPr>
          <a:lstStyle/>
          <a:p>
            <a:r>
              <a:rPr lang="en-US" dirty="0">
                <a:solidFill>
                  <a:schemeClr val="bg1"/>
                </a:solidFill>
                <a:latin typeface="Arial Black" panose="020B0A04020102020204" pitchFamily="34" charset="0"/>
              </a:rPr>
              <a:t>Question 1: Why do you use AI to explain lessons? Doesn’t your lecturer explain them clearly enough?</a:t>
            </a:r>
          </a:p>
          <a:p>
            <a:endParaRPr lang="en-US" dirty="0">
              <a:solidFill>
                <a:schemeClr val="bg1"/>
              </a:solidFill>
              <a:latin typeface="Arial Black" panose="020B0A04020102020204" pitchFamily="34" charset="0"/>
            </a:endParaRPr>
          </a:p>
          <a:p>
            <a:r>
              <a:rPr lang="en-US" dirty="0">
                <a:solidFill>
                  <a:schemeClr val="bg1"/>
                </a:solidFill>
                <a:latin typeface="Arial Black" panose="020B0A04020102020204" pitchFamily="34" charset="0"/>
              </a:rPr>
              <a:t>Question 2: How do you use AI without becoming  dependent on it?</a:t>
            </a:r>
          </a:p>
        </p:txBody>
      </p:sp>
      <p:grpSp>
        <p:nvGrpSpPr>
          <p:cNvPr id="36" name="Zaki"/>
          <p:cNvGrpSpPr/>
          <p:nvPr/>
        </p:nvGrpSpPr>
        <p:grpSpPr>
          <a:xfrm>
            <a:off x="650032" y="-6017742"/>
            <a:ext cx="2736335" cy="8380133"/>
            <a:chOff x="446832" y="-2268701"/>
            <a:chExt cx="2736335" cy="8380132"/>
          </a:xfrm>
        </p:grpSpPr>
        <p:sp>
          <p:nvSpPr>
            <p:cNvPr id="25" name="Rectangle: Top Corners Rounded 8">
              <a:extLst>
                <a:ext uri="{FF2B5EF4-FFF2-40B4-BE49-F238E27FC236}">
                  <a16:creationId xmlns="" xmlns:a16="http://schemas.microsoft.com/office/drawing/2014/main" id="{EA84A6AC-036F-8676-CF9B-37A765894A4B}"/>
                </a:ext>
              </a:extLst>
            </p:cNvPr>
            <p:cNvSpPr/>
            <p:nvPr/>
          </p:nvSpPr>
          <p:spPr>
            <a:xfrm rot="10800000">
              <a:off x="486135" y="-2268701"/>
              <a:ext cx="2697032" cy="8380132"/>
            </a:xfrm>
            <a:prstGeom prst="round2SameRect">
              <a:avLst>
                <a:gd name="adj1" fmla="val 50000"/>
                <a:gd name="adj2" fmla="val 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807702" y="3783959"/>
              <a:ext cx="2053898" cy="20144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1089949" y="4468502"/>
              <a:ext cx="1477991" cy="646331"/>
            </a:xfrm>
            <a:prstGeom prst="rect">
              <a:avLst/>
            </a:prstGeom>
            <a:noFill/>
          </p:spPr>
          <p:txBody>
            <a:bodyPr wrap="square" rtlCol="0">
              <a:spAutoFit/>
            </a:bodyPr>
            <a:lstStyle/>
            <a:p>
              <a:r>
                <a:rPr lang="en-ID" sz="3600" dirty="0" err="1" smtClean="0">
                  <a:latin typeface="Cooper Black" panose="0208090404030B020404" pitchFamily="18" charset="0"/>
                </a:rPr>
                <a:t>Zaki</a:t>
              </a:r>
              <a:endParaRPr lang="en-US" sz="3600" dirty="0">
                <a:latin typeface="Cooper Black" panose="0208090404030B020404" pitchFamily="18" charset="0"/>
              </a:endParaRPr>
            </a:p>
          </p:txBody>
        </p:sp>
        <p:sp>
          <p:nvSpPr>
            <p:cNvPr id="19" name="Rectangle 18"/>
            <p:cNvSpPr/>
            <p:nvPr/>
          </p:nvSpPr>
          <p:spPr>
            <a:xfrm>
              <a:off x="446832" y="-2"/>
              <a:ext cx="2699574" cy="3139320"/>
            </a:xfrm>
            <a:prstGeom prst="rect">
              <a:avLst/>
            </a:prstGeom>
            <a:ln>
              <a:noFill/>
            </a:ln>
          </p:spPr>
          <p:txBody>
            <a:bodyPr wrap="square">
              <a:spAutoFit/>
            </a:bodyPr>
            <a:lstStyle/>
            <a:p>
              <a:r>
                <a:rPr lang="en-US" dirty="0">
                  <a:solidFill>
                    <a:schemeClr val="bg1"/>
                  </a:solidFill>
                  <a:latin typeface="Segoe UI Black" panose="020B0A02040204020203" pitchFamily="34" charset="0"/>
                  <a:ea typeface="Segoe UI Black" panose="020B0A02040204020203" pitchFamily="34" charset="0"/>
                </a:rPr>
                <a:t>Answer 1:  I use AI to answer questions I might get after class, as my wild ideas often comes to me after class.</a:t>
              </a:r>
            </a:p>
            <a:p>
              <a:endParaRPr lang="en-US" dirty="0">
                <a:solidFill>
                  <a:schemeClr val="bg1"/>
                </a:solidFill>
                <a:latin typeface="Segoe UI Black" panose="020B0A02040204020203" pitchFamily="34" charset="0"/>
                <a:ea typeface="Segoe UI Black" panose="020B0A02040204020203" pitchFamily="34" charset="0"/>
              </a:endParaRPr>
            </a:p>
            <a:p>
              <a:r>
                <a:rPr lang="en-US" dirty="0">
                  <a:solidFill>
                    <a:schemeClr val="bg1"/>
                  </a:solidFill>
                  <a:latin typeface="Segoe UI Black" panose="020B0A02040204020203" pitchFamily="34" charset="0"/>
                  <a:ea typeface="Segoe UI Black" panose="020B0A02040204020203" pitchFamily="34" charset="0"/>
                </a:rPr>
                <a:t>Answer 2: I don’t relay on AI but I use it because it can provide answer quickly.</a:t>
              </a:r>
            </a:p>
          </p:txBody>
        </p:sp>
      </p:grpSp>
      <p:grpSp>
        <p:nvGrpSpPr>
          <p:cNvPr id="37" name="Amazia"/>
          <p:cNvGrpSpPr/>
          <p:nvPr/>
        </p:nvGrpSpPr>
        <p:grpSpPr>
          <a:xfrm>
            <a:off x="8756375" y="-7574692"/>
            <a:ext cx="2699996" cy="9937084"/>
            <a:chOff x="486135" y="-3825652"/>
            <a:chExt cx="2699996" cy="9937084"/>
          </a:xfrm>
        </p:grpSpPr>
        <p:sp>
          <p:nvSpPr>
            <p:cNvPr id="38" name="Rectangle: Top Corners Rounded 8">
              <a:extLst>
                <a:ext uri="{FF2B5EF4-FFF2-40B4-BE49-F238E27FC236}">
                  <a16:creationId xmlns="" xmlns:a16="http://schemas.microsoft.com/office/drawing/2014/main" id="{EA84A6AC-036F-8676-CF9B-37A765894A4B}"/>
                </a:ext>
              </a:extLst>
            </p:cNvPr>
            <p:cNvSpPr/>
            <p:nvPr/>
          </p:nvSpPr>
          <p:spPr>
            <a:xfrm rot="10800000">
              <a:off x="486135" y="-3825652"/>
              <a:ext cx="2697032" cy="9937084"/>
            </a:xfrm>
            <a:prstGeom prst="round2SameRect">
              <a:avLst>
                <a:gd name="adj1" fmla="val 50000"/>
                <a:gd name="adj2" fmla="val 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807702" y="3783959"/>
              <a:ext cx="2053898" cy="201447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929166" y="4483015"/>
              <a:ext cx="2093218" cy="646331"/>
            </a:xfrm>
            <a:prstGeom prst="rect">
              <a:avLst/>
            </a:prstGeom>
            <a:noFill/>
            <a:ln>
              <a:noFill/>
            </a:ln>
          </p:spPr>
          <p:txBody>
            <a:bodyPr wrap="square" rtlCol="0">
              <a:spAutoFit/>
            </a:bodyPr>
            <a:lstStyle/>
            <a:p>
              <a:r>
                <a:rPr lang="en-ID" sz="3600" dirty="0" err="1" smtClean="0">
                  <a:latin typeface="Cooper Black" panose="0208090404030B020404" pitchFamily="18" charset="0"/>
                </a:rPr>
                <a:t>Amazia</a:t>
              </a:r>
              <a:endParaRPr lang="en-US" sz="3600" dirty="0">
                <a:latin typeface="Cooper Black" panose="0208090404030B020404" pitchFamily="18" charset="0"/>
              </a:endParaRPr>
            </a:p>
          </p:txBody>
        </p:sp>
        <p:sp>
          <p:nvSpPr>
            <p:cNvPr id="41" name="Rectangle 40"/>
            <p:cNvSpPr/>
            <p:nvPr/>
          </p:nvSpPr>
          <p:spPr>
            <a:xfrm>
              <a:off x="486558" y="-235754"/>
              <a:ext cx="2699573" cy="4001095"/>
            </a:xfrm>
            <a:prstGeom prst="rect">
              <a:avLst/>
            </a:prstGeom>
            <a:ln>
              <a:noFill/>
            </a:ln>
          </p:spPr>
          <p:txBody>
            <a:bodyPr wrap="square">
              <a:spAutoFit/>
            </a:bodyPr>
            <a:lstStyle/>
            <a:p>
              <a:r>
                <a:rPr lang="en-US" sz="1600" dirty="0" smtClean="0">
                  <a:solidFill>
                    <a:schemeClr val="bg1"/>
                  </a:solidFill>
                  <a:latin typeface="Segoe UI Black" panose="020B0A02040204020203" pitchFamily="34" charset="0"/>
                  <a:ea typeface="Segoe UI Black" panose="020B0A02040204020203" pitchFamily="34" charset="0"/>
                </a:rPr>
                <a:t>Answer 1: </a:t>
              </a:r>
              <a:r>
                <a:rPr lang="en-US" sz="1400" dirty="0" smtClean="0">
                  <a:solidFill>
                    <a:schemeClr val="bg1"/>
                  </a:solidFill>
                  <a:latin typeface="Segoe UI Black" panose="020B0A02040204020203" pitchFamily="34" charset="0"/>
                  <a:ea typeface="Segoe UI Black" panose="020B0A02040204020203" pitchFamily="34" charset="0"/>
                </a:rPr>
                <a:t>I </a:t>
              </a:r>
              <a:r>
                <a:rPr lang="en-US" sz="1400" dirty="0">
                  <a:solidFill>
                    <a:schemeClr val="bg1"/>
                  </a:solidFill>
                  <a:latin typeface="Segoe UI Black" panose="020B0A02040204020203" pitchFamily="34" charset="0"/>
                  <a:ea typeface="Segoe UI Black" panose="020B0A02040204020203" pitchFamily="34" charset="0"/>
                </a:rPr>
                <a:t>use AI because the time inside the class is limited. Sometimes there are interactive questions that cannot be explored during class, so I use AI to understand those problems more deeply</a:t>
              </a:r>
              <a:r>
                <a:rPr lang="en-US" sz="1400" dirty="0" smtClean="0">
                  <a:solidFill>
                    <a:schemeClr val="bg1"/>
                  </a:solidFill>
                  <a:latin typeface="Segoe UI Black" panose="020B0A02040204020203" pitchFamily="34" charset="0"/>
                  <a:ea typeface="Segoe UI Black" panose="020B0A02040204020203" pitchFamily="34" charset="0"/>
                </a:rPr>
                <a:t>.</a:t>
              </a:r>
            </a:p>
            <a:p>
              <a:endParaRPr lang="en-US" sz="1400" dirty="0" smtClean="0">
                <a:solidFill>
                  <a:schemeClr val="bg1"/>
                </a:solidFill>
                <a:latin typeface="Segoe UI Black" panose="020B0A02040204020203" pitchFamily="34" charset="0"/>
                <a:ea typeface="Segoe UI Black" panose="020B0A02040204020203" pitchFamily="34" charset="0"/>
              </a:endParaRPr>
            </a:p>
            <a:p>
              <a:r>
                <a:rPr lang="en-US" sz="1400" dirty="0" smtClean="0">
                  <a:solidFill>
                    <a:schemeClr val="bg1"/>
                  </a:solidFill>
                  <a:latin typeface="Segoe UI Black" panose="020B0A02040204020203" pitchFamily="34" charset="0"/>
                  <a:ea typeface="Segoe UI Black" panose="020B0A02040204020203" pitchFamily="34" charset="0"/>
                </a:rPr>
                <a:t>Answer 2 : </a:t>
              </a:r>
              <a:r>
                <a:rPr lang="en-US" sz="1400" dirty="0">
                  <a:solidFill>
                    <a:schemeClr val="bg1"/>
                  </a:solidFill>
                  <a:latin typeface="Segoe UI Black" panose="020B0A02040204020203" pitchFamily="34" charset="0"/>
                  <a:ea typeface="Segoe UI Black" panose="020B0A02040204020203" pitchFamily="34" charset="0"/>
                </a:rPr>
                <a:t>I need to set a mindset that I shouldn’t depend on AI, because if I rely on it too much, I will lose my critical thinking. The way I avoid that is by limiting what I use AI for. I shouldn’t use AI to answer everything.</a:t>
              </a:r>
            </a:p>
          </p:txBody>
        </p:sp>
      </p:grpSp>
      <p:grpSp>
        <p:nvGrpSpPr>
          <p:cNvPr id="42" name="Dilon"/>
          <p:cNvGrpSpPr/>
          <p:nvPr/>
        </p:nvGrpSpPr>
        <p:grpSpPr>
          <a:xfrm>
            <a:off x="4696501" y="-7376984"/>
            <a:ext cx="2916795" cy="9739380"/>
            <a:chOff x="476891" y="-3627948"/>
            <a:chExt cx="2916795" cy="9739380"/>
          </a:xfrm>
        </p:grpSpPr>
        <p:sp>
          <p:nvSpPr>
            <p:cNvPr id="43" name="Rectangle: Top Corners Rounded 8">
              <a:extLst>
                <a:ext uri="{FF2B5EF4-FFF2-40B4-BE49-F238E27FC236}">
                  <a16:creationId xmlns="" xmlns:a16="http://schemas.microsoft.com/office/drawing/2014/main" id="{EA84A6AC-036F-8676-CF9B-37A765894A4B}"/>
                </a:ext>
              </a:extLst>
            </p:cNvPr>
            <p:cNvSpPr/>
            <p:nvPr/>
          </p:nvSpPr>
          <p:spPr>
            <a:xfrm rot="10800000">
              <a:off x="486135" y="-3627948"/>
              <a:ext cx="2697032" cy="9739380"/>
            </a:xfrm>
            <a:prstGeom prst="round2SameRect">
              <a:avLst>
                <a:gd name="adj1" fmla="val 50000"/>
                <a:gd name="adj2" fmla="val 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807702" y="3783959"/>
              <a:ext cx="2053898" cy="201447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1089949" y="4468502"/>
              <a:ext cx="1690681" cy="646331"/>
            </a:xfrm>
            <a:prstGeom prst="rect">
              <a:avLst/>
            </a:prstGeom>
            <a:noFill/>
            <a:ln>
              <a:noFill/>
            </a:ln>
          </p:spPr>
          <p:txBody>
            <a:bodyPr wrap="square" rtlCol="0">
              <a:spAutoFit/>
            </a:bodyPr>
            <a:lstStyle/>
            <a:p>
              <a:r>
                <a:rPr lang="en-ID" sz="3600" dirty="0" smtClean="0">
                  <a:latin typeface="Cooper Black" panose="0208090404030B020404" pitchFamily="18" charset="0"/>
                </a:rPr>
                <a:t>Dillon</a:t>
              </a:r>
              <a:endParaRPr lang="en-US" sz="3600" dirty="0">
                <a:latin typeface="Cooper Black" panose="0208090404030B020404" pitchFamily="18" charset="0"/>
              </a:endParaRPr>
            </a:p>
          </p:txBody>
        </p:sp>
        <p:sp>
          <p:nvSpPr>
            <p:cNvPr id="46" name="Rectangle 45"/>
            <p:cNvSpPr/>
            <p:nvPr/>
          </p:nvSpPr>
          <p:spPr>
            <a:xfrm>
              <a:off x="476891" y="-10"/>
              <a:ext cx="2916795" cy="4031873"/>
            </a:xfrm>
            <a:prstGeom prst="rect">
              <a:avLst/>
            </a:prstGeom>
            <a:ln>
              <a:noFill/>
            </a:ln>
          </p:spPr>
          <p:txBody>
            <a:bodyPr wrap="square">
              <a:spAutoFit/>
            </a:bodyPr>
            <a:lstStyle/>
            <a:p>
              <a:r>
                <a:rPr lang="en-US" sz="1600" dirty="0">
                  <a:solidFill>
                    <a:schemeClr val="bg1"/>
                  </a:solidFill>
                  <a:latin typeface="Segoe UI Black" panose="020B0A02040204020203" pitchFamily="34" charset="0"/>
                  <a:ea typeface="Segoe UI Black" panose="020B0A02040204020203" pitchFamily="34" charset="0"/>
                </a:rPr>
                <a:t>Answer 1: I only use AI and only if I didn’t understand my lesson completely by the time I was learning it during class.</a:t>
              </a:r>
            </a:p>
            <a:p>
              <a:endParaRPr lang="en-US" sz="1600" dirty="0">
                <a:solidFill>
                  <a:schemeClr val="bg1"/>
                </a:solidFill>
                <a:latin typeface="Segoe UI Black" panose="020B0A02040204020203" pitchFamily="34" charset="0"/>
                <a:ea typeface="Segoe UI Black" panose="020B0A02040204020203" pitchFamily="34" charset="0"/>
              </a:endParaRPr>
            </a:p>
            <a:p>
              <a:r>
                <a:rPr lang="en-US" sz="1600" dirty="0">
                  <a:solidFill>
                    <a:schemeClr val="bg1"/>
                  </a:solidFill>
                  <a:latin typeface="Segoe UI Black" panose="020B0A02040204020203" pitchFamily="34" charset="0"/>
                  <a:ea typeface="Segoe UI Black" panose="020B0A02040204020203" pitchFamily="34" charset="0"/>
                </a:rPr>
                <a:t>Answer 2: The simples solution to that problem would be to not use AI at all, if is AI function ability that may some so good in a first place then the best Way to not get dependent on something like AI is to not use them all.</a:t>
              </a:r>
            </a:p>
            <a:p>
              <a:endParaRPr lang="en-US" sz="1600" dirty="0">
                <a:solidFill>
                  <a:schemeClr val="bg1"/>
                </a:solidFill>
                <a:latin typeface="Segoe UI Black" panose="020B0A02040204020203" pitchFamily="34" charset="0"/>
                <a:ea typeface="Segoe UI Black" panose="020B0A02040204020203" pitchFamily="34" charset="0"/>
              </a:endParaRPr>
            </a:p>
          </p:txBody>
        </p:sp>
      </p:grpSp>
      <p:sp>
        <p:nvSpPr>
          <p:cNvPr id="48" name="Rounded Rectangle 47"/>
          <p:cNvSpPr/>
          <p:nvPr/>
        </p:nvSpPr>
        <p:spPr>
          <a:xfrm>
            <a:off x="4588933" y="5990340"/>
            <a:ext cx="3496734" cy="723727"/>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4625340" y="5990340"/>
            <a:ext cx="3663527" cy="707886"/>
          </a:xfrm>
          <a:prstGeom prst="rect">
            <a:avLst/>
          </a:prstGeom>
          <a:noFill/>
        </p:spPr>
        <p:txBody>
          <a:bodyPr wrap="square" rtlCol="0">
            <a:spAutoFit/>
          </a:bodyPr>
          <a:lstStyle/>
          <a:p>
            <a:r>
              <a:rPr lang="en-ID" sz="4000" dirty="0" smtClean="0">
                <a:solidFill>
                  <a:schemeClr val="accent1">
                    <a:lumMod val="40000"/>
                    <a:lumOff val="60000"/>
                  </a:schemeClr>
                </a:solidFill>
                <a:latin typeface="Cooper Black" panose="0208090404030B020404" pitchFamily="18" charset="0"/>
              </a:rPr>
              <a:t>INTERVIEW</a:t>
            </a:r>
            <a:endParaRPr lang="en-US" sz="4000" dirty="0">
              <a:solidFill>
                <a:schemeClr val="accent1">
                  <a:lumMod val="40000"/>
                  <a:lumOff val="60000"/>
                </a:schemeClr>
              </a:solidFill>
              <a:latin typeface="Cooper Black" panose="0208090404030B020404" pitchFamily="18" charset="0"/>
            </a:endParaRPr>
          </a:p>
        </p:txBody>
      </p:sp>
      <p:grpSp>
        <p:nvGrpSpPr>
          <p:cNvPr id="29" name="Group 28"/>
          <p:cNvGrpSpPr/>
          <p:nvPr/>
        </p:nvGrpSpPr>
        <p:grpSpPr>
          <a:xfrm>
            <a:off x="-432887" y="6006141"/>
            <a:ext cx="1443789" cy="1415851"/>
            <a:chOff x="-260575" y="-344659"/>
            <a:chExt cx="1443789" cy="1415851"/>
          </a:xfrm>
        </p:grpSpPr>
        <p:sp>
          <p:nvSpPr>
            <p:cNvPr id="30" name="Oval 29"/>
            <p:cNvSpPr/>
            <p:nvPr/>
          </p:nvSpPr>
          <p:spPr>
            <a:xfrm>
              <a:off x="-260575" y="-344659"/>
              <a:ext cx="1443789" cy="1415851"/>
            </a:xfrm>
            <a:prstGeom prst="ellipse">
              <a:avLst/>
            </a:prstGeom>
            <a:solidFill>
              <a:schemeClr val="bg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130975" y="-264006"/>
              <a:ext cx="1116522" cy="1110885"/>
            </a:xfrm>
            <a:prstGeom prst="ellipse">
              <a:avLst/>
            </a:prstGeom>
            <a:solidFill>
              <a:schemeClr val="bg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67198782"/>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79167E-6 -4.81481E-6 L -0.00286 0.60487 " pathEditMode="relative" rAng="0" ptsTypes="AA">
                                      <p:cBhvr>
                                        <p:cTn id="6" dur="1000" fill="hold"/>
                                        <p:tgtEl>
                                          <p:spTgt spid="36"/>
                                        </p:tgtEl>
                                        <p:attrNameLst>
                                          <p:attrName>ppt_x</p:attrName>
                                          <p:attrName>ppt_y</p:attrName>
                                        </p:attrNameLst>
                                      </p:cBhvr>
                                      <p:rCtr x="-143" y="30231"/>
                                    </p:animMotion>
                                  </p:childTnLst>
                                </p:cTn>
                              </p:par>
                            </p:childTnLst>
                          </p:cTn>
                        </p:par>
                      </p:childTnLst>
                    </p:cTn>
                  </p:par>
                  <p:par>
                    <p:cTn id="7" fill="hold">
                      <p:stCondLst>
                        <p:cond delay="indefinite"/>
                      </p:stCondLst>
                      <p:childTnLst>
                        <p:par>
                          <p:cTn id="8" fill="hold">
                            <p:stCondLst>
                              <p:cond delay="0"/>
                            </p:stCondLst>
                            <p:childTnLst>
                              <p:par>
                                <p:cTn id="9" presetID="64" presetClass="path" presetSubtype="0" accel="50000" decel="50000" fill="hold" nodeType="clickEffect">
                                  <p:stCondLst>
                                    <p:cond delay="0"/>
                                  </p:stCondLst>
                                  <p:childTnLst>
                                    <p:animMotion origin="layout" path="M -0.00286 0.60487 L -4.79167E-6 -4.81481E-6 " pathEditMode="relative" rAng="0" ptsTypes="AA">
                                      <p:cBhvr>
                                        <p:cTn id="10" dur="1000" fill="hold"/>
                                        <p:tgtEl>
                                          <p:spTgt spid="36"/>
                                        </p:tgtEl>
                                        <p:attrNameLst>
                                          <p:attrName>ppt_x</p:attrName>
                                          <p:attrName>ppt_y</p:attrName>
                                        </p:attrNameLst>
                                      </p:cBhvr>
                                      <p:rCtr x="143" y="-30255"/>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00833 -7.40741E-7 L -0.00143 0.56667 " pathEditMode="relative" rAng="0" ptsTypes="AA">
                                      <p:cBhvr>
                                        <p:cTn id="14" dur="1000" fill="hold"/>
                                        <p:tgtEl>
                                          <p:spTgt spid="42"/>
                                        </p:tgtEl>
                                        <p:attrNameLst>
                                          <p:attrName>ppt_x</p:attrName>
                                          <p:attrName>ppt_y</p:attrName>
                                        </p:attrNameLst>
                                      </p:cBhvr>
                                      <p:rCtr x="-495" y="28333"/>
                                    </p:animMotion>
                                  </p:childTnLst>
                                </p:cTn>
                              </p:par>
                              <p:par>
                                <p:cTn id="15" presetID="10" presetClass="exit" presetSubtype="0" fill="hold" grpId="0" nodeType="withEffect">
                                  <p:stCondLst>
                                    <p:cond delay="0"/>
                                  </p:stCondLst>
                                  <p:childTnLst>
                                    <p:animEffect transition="out" filter="fade">
                                      <p:cBhvr>
                                        <p:cTn id="16" dur="500"/>
                                        <p:tgtEl>
                                          <p:spTgt spid="49"/>
                                        </p:tgtEl>
                                      </p:cBhvr>
                                    </p:animEffect>
                                    <p:set>
                                      <p:cBhvr>
                                        <p:cTn id="17" dur="1" fill="hold">
                                          <p:stCondLst>
                                            <p:cond delay="499"/>
                                          </p:stCondLst>
                                        </p:cTn>
                                        <p:tgtEl>
                                          <p:spTgt spid="49"/>
                                        </p:tgtEl>
                                        <p:attrNameLst>
                                          <p:attrName>style.visibility</p:attrName>
                                        </p:attrNameLst>
                                      </p:cBhvr>
                                      <p:to>
                                        <p:strVal val="hidden"/>
                                      </p:to>
                                    </p:set>
                                  </p:childTnLst>
                                </p:cTn>
                              </p:par>
                              <p:par>
                                <p:cTn id="18" presetID="10" presetClass="exit" presetSubtype="0" fill="hold" grpId="0" nodeType="withEffect">
                                  <p:stCondLst>
                                    <p:cond delay="0"/>
                                  </p:stCondLst>
                                  <p:childTnLst>
                                    <p:animEffect transition="out" filter="fade">
                                      <p:cBhvr>
                                        <p:cTn id="19" dur="500"/>
                                        <p:tgtEl>
                                          <p:spTgt spid="50"/>
                                        </p:tgtEl>
                                      </p:cBhvr>
                                    </p:animEffect>
                                    <p:set>
                                      <p:cBhvr>
                                        <p:cTn id="20" dur="1" fill="hold">
                                          <p:stCondLst>
                                            <p:cond delay="499"/>
                                          </p:stCondLst>
                                        </p:cTn>
                                        <p:tgtEl>
                                          <p:spTgt spid="5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64" presetClass="path" presetSubtype="0" accel="50000" decel="50000" fill="hold" nodeType="clickEffect">
                                  <p:stCondLst>
                                    <p:cond delay="0"/>
                                  </p:stCondLst>
                                  <p:childTnLst>
                                    <p:animMotion origin="layout" path="M -0.00143 0.56666 L 1.45833E-6 -7.40741E-7 " pathEditMode="relative" rAng="0" ptsTypes="AA">
                                      <p:cBhvr>
                                        <p:cTn id="24" dur="1000" fill="hold"/>
                                        <p:tgtEl>
                                          <p:spTgt spid="42"/>
                                        </p:tgtEl>
                                        <p:attrNameLst>
                                          <p:attrName>ppt_x</p:attrName>
                                          <p:attrName>ppt_y</p:attrName>
                                        </p:attrNameLst>
                                      </p:cBhvr>
                                      <p:rCtr x="-26" y="-28218"/>
                                    </p:animMotion>
                                  </p:childTnLst>
                                </p:cTn>
                              </p:par>
                            </p:childTnLst>
                          </p:cTn>
                        </p:par>
                        <p:par>
                          <p:cTn id="25" fill="hold">
                            <p:stCondLst>
                              <p:cond delay="1000"/>
                            </p:stCondLst>
                            <p:childTnLst>
                              <p:par>
                                <p:cTn id="26" presetID="10" presetClass="entr" presetSubtype="0" fill="hold" grpId="1" nodeType="after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fade">
                                      <p:cBhvr>
                                        <p:cTn id="28" dur="500"/>
                                        <p:tgtEl>
                                          <p:spTgt spid="49"/>
                                        </p:tgtEl>
                                      </p:cBhvr>
                                    </p:animEffect>
                                  </p:childTnLst>
                                </p:cTn>
                              </p:par>
                              <p:par>
                                <p:cTn id="29" presetID="10" presetClass="entr" presetSubtype="0" fill="hold" grpId="1" nodeType="with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fade">
                                      <p:cBhvr>
                                        <p:cTn id="31" dur="500"/>
                                        <p:tgtEl>
                                          <p:spTgt spid="50"/>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path" presetSubtype="0" accel="50000" decel="50000" fill="hold" nodeType="clickEffect">
                                  <p:stCondLst>
                                    <p:cond delay="0"/>
                                  </p:stCondLst>
                                  <p:childTnLst>
                                    <p:animMotion origin="layout" path="M 4.16667E-6 1.11111E-6 L 0.00247 0.59421 " pathEditMode="relative" rAng="0" ptsTypes="AA">
                                      <p:cBhvr>
                                        <p:cTn id="35" dur="1000" fill="hold"/>
                                        <p:tgtEl>
                                          <p:spTgt spid="37"/>
                                        </p:tgtEl>
                                        <p:attrNameLst>
                                          <p:attrName>ppt_x</p:attrName>
                                          <p:attrName>ppt_y</p:attrName>
                                        </p:attrNameLst>
                                      </p:cBhvr>
                                      <p:rCtr x="117" y="29722"/>
                                    </p:animMotion>
                                  </p:childTnLst>
                                </p:cTn>
                              </p:par>
                            </p:childTnLst>
                          </p:cTn>
                        </p:par>
                      </p:childTnLst>
                    </p:cTn>
                  </p:par>
                  <p:par>
                    <p:cTn id="36" fill="hold">
                      <p:stCondLst>
                        <p:cond delay="indefinite"/>
                      </p:stCondLst>
                      <p:childTnLst>
                        <p:par>
                          <p:cTn id="37" fill="hold">
                            <p:stCondLst>
                              <p:cond delay="0"/>
                            </p:stCondLst>
                            <p:childTnLst>
                              <p:par>
                                <p:cTn id="38" presetID="64" presetClass="path" presetSubtype="0" accel="50000" decel="50000" fill="hold" nodeType="clickEffect">
                                  <p:stCondLst>
                                    <p:cond delay="0"/>
                                  </p:stCondLst>
                                  <p:childTnLst>
                                    <p:animMotion origin="layout" path="M 0.00247 0.59421 L 2.08333E-7 4.44444E-6 " pathEditMode="relative" rAng="0" ptsTypes="AA">
                                      <p:cBhvr>
                                        <p:cTn id="39" dur="1000" fill="hold"/>
                                        <p:tgtEl>
                                          <p:spTgt spid="37"/>
                                        </p:tgtEl>
                                        <p:attrNameLst>
                                          <p:attrName>ppt_x</p:attrName>
                                          <p:attrName>ppt_y</p:attrName>
                                        </p:attrNameLst>
                                      </p:cBhvr>
                                      <p:rCtr x="0" y="-2919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49" grpId="0"/>
      <p:bldP spid="49"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pSp>
        <p:nvGrpSpPr>
          <p:cNvPr id="21" name="Group 20"/>
          <p:cNvGrpSpPr/>
          <p:nvPr/>
        </p:nvGrpSpPr>
        <p:grpSpPr>
          <a:xfrm>
            <a:off x="11616200" y="-718028"/>
            <a:ext cx="698243" cy="3072047"/>
            <a:chOff x="11616200" y="-718028"/>
            <a:chExt cx="698243" cy="3072047"/>
          </a:xfrm>
        </p:grpSpPr>
        <p:sp>
          <p:nvSpPr>
            <p:cNvPr id="19" name="Rounded Rectangle 18"/>
            <p:cNvSpPr/>
            <p:nvPr/>
          </p:nvSpPr>
          <p:spPr>
            <a:xfrm rot="18980827">
              <a:off x="11730535" y="-718028"/>
              <a:ext cx="583908" cy="214778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rot="18980827">
              <a:off x="11616200" y="206230"/>
              <a:ext cx="583908" cy="214778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p:cNvGrpSpPr/>
          <p:nvPr/>
        </p:nvGrpSpPr>
        <p:grpSpPr>
          <a:xfrm>
            <a:off x="4089400" y="-198131"/>
            <a:ext cx="4661114" cy="1107996"/>
            <a:chOff x="4313553" y="-164264"/>
            <a:chExt cx="4661114" cy="1107996"/>
          </a:xfrm>
        </p:grpSpPr>
        <p:sp>
          <p:nvSpPr>
            <p:cNvPr id="11" name="Hexagon 10"/>
            <p:cNvSpPr/>
            <p:nvPr/>
          </p:nvSpPr>
          <p:spPr>
            <a:xfrm>
              <a:off x="4313553" y="106101"/>
              <a:ext cx="4538134" cy="567267"/>
            </a:xfrm>
            <a:prstGeom prst="hexagon">
              <a:avLst/>
            </a:prstGeom>
            <a:solidFill>
              <a:srgbClr val="2E75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4707467" y="-164264"/>
              <a:ext cx="4267200" cy="1107996"/>
            </a:xfrm>
            <a:prstGeom prst="rect">
              <a:avLst/>
            </a:prstGeom>
            <a:noFill/>
          </p:spPr>
          <p:txBody>
            <a:bodyPr wrap="square" rtlCol="0">
              <a:spAutoFit/>
            </a:bodyPr>
            <a:lstStyle/>
            <a:p>
              <a:r>
                <a:rPr lang="en-ID" sz="6600" dirty="0" smtClean="0">
                  <a:solidFill>
                    <a:schemeClr val="bg1"/>
                  </a:solidFill>
                  <a:latin typeface="AngsanaUPC" panose="02020603050405020304" pitchFamily="18" charset="-34"/>
                  <a:cs typeface="AngsanaUPC" panose="02020603050405020304" pitchFamily="18" charset="-34"/>
                </a:rPr>
                <a:t>COMPARISON</a:t>
              </a:r>
              <a:endParaRPr lang="en-US" sz="6600" dirty="0">
                <a:solidFill>
                  <a:schemeClr val="bg1"/>
                </a:solidFill>
                <a:latin typeface="AngsanaUPC" panose="02020603050405020304" pitchFamily="18" charset="-34"/>
                <a:cs typeface="AngsanaUPC" panose="02020603050405020304" pitchFamily="18" charset="-34"/>
              </a:endParaRPr>
            </a:p>
          </p:txBody>
        </p:sp>
      </p:grpSp>
      <p:sp>
        <p:nvSpPr>
          <p:cNvPr id="4" name="Rounded Rectangle 3"/>
          <p:cNvSpPr/>
          <p:nvPr/>
        </p:nvSpPr>
        <p:spPr>
          <a:xfrm>
            <a:off x="1346627" y="770467"/>
            <a:ext cx="3814020" cy="4758266"/>
          </a:xfrm>
          <a:prstGeom prst="roundRect">
            <a:avLst/>
          </a:prstGeom>
          <a:solidFill>
            <a:schemeClr val="tx2">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ounded Rectangle 5"/>
          <p:cNvSpPr/>
          <p:nvPr/>
        </p:nvSpPr>
        <p:spPr>
          <a:xfrm>
            <a:off x="7603067" y="770467"/>
            <a:ext cx="3814020" cy="4758266"/>
          </a:xfrm>
          <a:prstGeom prst="roundRect">
            <a:avLst/>
          </a:prstGeom>
          <a:solidFill>
            <a:schemeClr val="tx2">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006600" y="1258494"/>
            <a:ext cx="2874647" cy="4401205"/>
          </a:xfrm>
          <a:prstGeom prst="rect">
            <a:avLst/>
          </a:prstGeom>
          <a:noFill/>
        </p:spPr>
        <p:txBody>
          <a:bodyPr wrap="square" rtlCol="0">
            <a:spAutoFit/>
          </a:bodyPr>
          <a:lstStyle/>
          <a:p>
            <a:r>
              <a:rPr lang="en-US" sz="2000" dirty="0" smtClean="0">
                <a:solidFill>
                  <a:schemeClr val="bg1"/>
                </a:solidFill>
                <a:latin typeface="Arial Rounded MT Bold" panose="020F0704030504030204" pitchFamily="34" charset="0"/>
              </a:rPr>
              <a:t> </a:t>
            </a:r>
            <a:r>
              <a:rPr lang="en-US" sz="2000" dirty="0" err="1">
                <a:solidFill>
                  <a:schemeClr val="bg1"/>
                </a:solidFill>
                <a:latin typeface="Arial Rounded MT Bold" panose="020F0704030504030204" pitchFamily="34" charset="0"/>
              </a:rPr>
              <a:t>Zaki</a:t>
            </a:r>
            <a:r>
              <a:rPr lang="en-US" sz="2000" dirty="0">
                <a:solidFill>
                  <a:schemeClr val="bg1"/>
                </a:solidFill>
                <a:latin typeface="Arial Rounded MT Bold" panose="020F0704030504030204" pitchFamily="34" charset="0"/>
              </a:rPr>
              <a:t> and </a:t>
            </a:r>
            <a:r>
              <a:rPr lang="en-US" sz="2000" dirty="0" err="1">
                <a:solidFill>
                  <a:schemeClr val="bg1"/>
                </a:solidFill>
                <a:latin typeface="Arial Rounded MT Bold" panose="020F0704030504030204" pitchFamily="34" charset="0"/>
              </a:rPr>
              <a:t>Amazia</a:t>
            </a:r>
            <a:r>
              <a:rPr lang="en-US" sz="2000" dirty="0">
                <a:solidFill>
                  <a:schemeClr val="bg1"/>
                </a:solidFill>
                <a:latin typeface="Arial Rounded MT Bold" panose="020F0704030504030204" pitchFamily="34" charset="0"/>
              </a:rPr>
              <a:t> both use AI after class, while Dillon only uses it when it is truly necessary. </a:t>
            </a:r>
            <a:r>
              <a:rPr lang="en-US" sz="2000" dirty="0" err="1">
                <a:solidFill>
                  <a:schemeClr val="bg1"/>
                </a:solidFill>
                <a:latin typeface="Arial Rounded MT Bold" panose="020F0704030504030204" pitchFamily="34" charset="0"/>
              </a:rPr>
              <a:t>Amazia</a:t>
            </a:r>
            <a:r>
              <a:rPr lang="en-US" sz="2000" dirty="0">
                <a:solidFill>
                  <a:schemeClr val="bg1"/>
                </a:solidFill>
                <a:latin typeface="Arial Rounded MT Bold" panose="020F0704030504030204" pitchFamily="34" charset="0"/>
              </a:rPr>
              <a:t> provides the most complete explanation regarding the limited time in class, whereas </a:t>
            </a:r>
            <a:r>
              <a:rPr lang="en-US" sz="2000" dirty="0" err="1">
                <a:solidFill>
                  <a:schemeClr val="bg1"/>
                </a:solidFill>
                <a:latin typeface="Arial Rounded MT Bold" panose="020F0704030504030204" pitchFamily="34" charset="0"/>
              </a:rPr>
              <a:t>Zaki</a:t>
            </a:r>
            <a:r>
              <a:rPr lang="en-US" sz="2000" dirty="0">
                <a:solidFill>
                  <a:schemeClr val="bg1"/>
                </a:solidFill>
                <a:latin typeface="Arial Rounded MT Bold" panose="020F0704030504030204" pitchFamily="34" charset="0"/>
              </a:rPr>
              <a:t> focuses more on the new ideas that appear afterward</a:t>
            </a:r>
            <a:r>
              <a:rPr lang="en-US" sz="2000" dirty="0">
                <a:latin typeface="Arial Rounded MT Bold" panose="020F0704030504030204" pitchFamily="34" charset="0"/>
              </a:rPr>
              <a:t>.</a:t>
            </a:r>
          </a:p>
          <a:p>
            <a:endParaRPr lang="en-US" sz="2000" dirty="0"/>
          </a:p>
        </p:txBody>
      </p:sp>
      <p:sp>
        <p:nvSpPr>
          <p:cNvPr id="8" name="TextBox 7"/>
          <p:cNvSpPr txBox="1"/>
          <p:nvPr/>
        </p:nvSpPr>
        <p:spPr>
          <a:xfrm>
            <a:off x="2980267" y="889162"/>
            <a:ext cx="355600" cy="369332"/>
          </a:xfrm>
          <a:prstGeom prst="rect">
            <a:avLst/>
          </a:prstGeom>
          <a:noFill/>
        </p:spPr>
        <p:txBody>
          <a:bodyPr wrap="square" rtlCol="0">
            <a:spAutoFit/>
          </a:bodyPr>
          <a:lstStyle/>
          <a:p>
            <a:r>
              <a:rPr lang="en-ID" dirty="0" smtClean="0">
                <a:solidFill>
                  <a:schemeClr val="bg1"/>
                </a:solidFill>
                <a:latin typeface="Arial Black" panose="020B0A04020102020204" pitchFamily="34" charset="0"/>
              </a:rPr>
              <a:t>1</a:t>
            </a:r>
            <a:endParaRPr lang="en-US" dirty="0">
              <a:solidFill>
                <a:schemeClr val="bg1"/>
              </a:solidFill>
              <a:latin typeface="Arial Black" panose="020B0A04020102020204" pitchFamily="34" charset="0"/>
            </a:endParaRPr>
          </a:p>
        </p:txBody>
      </p:sp>
      <p:sp>
        <p:nvSpPr>
          <p:cNvPr id="9" name="TextBox 8"/>
          <p:cNvSpPr txBox="1"/>
          <p:nvPr/>
        </p:nvSpPr>
        <p:spPr>
          <a:xfrm>
            <a:off x="8038887" y="1205630"/>
            <a:ext cx="3378200" cy="4431983"/>
          </a:xfrm>
          <a:prstGeom prst="rect">
            <a:avLst/>
          </a:prstGeom>
          <a:noFill/>
        </p:spPr>
        <p:txBody>
          <a:bodyPr wrap="square" rtlCol="0">
            <a:spAutoFit/>
          </a:bodyPr>
          <a:lstStyle/>
          <a:p>
            <a:r>
              <a:rPr lang="en-US" sz="2400" dirty="0" smtClean="0">
                <a:solidFill>
                  <a:schemeClr val="bg1"/>
                </a:solidFill>
                <a:latin typeface="Bahnschrift SemiLight" panose="020B0502040204020203" pitchFamily="34" charset="0"/>
              </a:rPr>
              <a:t>Dillon </a:t>
            </a:r>
            <a:r>
              <a:rPr lang="en-US" sz="2400" dirty="0">
                <a:solidFill>
                  <a:schemeClr val="bg1"/>
                </a:solidFill>
                <a:latin typeface="Bahnschrift SemiLight" panose="020B0502040204020203" pitchFamily="34" charset="0"/>
              </a:rPr>
              <a:t>chooses an approach that avoids using AI, </a:t>
            </a:r>
            <a:r>
              <a:rPr lang="en-US" sz="2400" dirty="0" err="1">
                <a:solidFill>
                  <a:schemeClr val="bg1"/>
                </a:solidFill>
                <a:latin typeface="Bahnschrift SemiLight" panose="020B0502040204020203" pitchFamily="34" charset="0"/>
              </a:rPr>
              <a:t>Zaki</a:t>
            </a:r>
            <a:r>
              <a:rPr lang="en-US" sz="2400" dirty="0">
                <a:solidFill>
                  <a:schemeClr val="bg1"/>
                </a:solidFill>
                <a:latin typeface="Bahnschrift SemiLight" panose="020B0502040204020203" pitchFamily="34" charset="0"/>
              </a:rPr>
              <a:t> uses it in a practical way without a clear strategy, and </a:t>
            </a:r>
            <a:r>
              <a:rPr lang="en-US" sz="2400" dirty="0" err="1">
                <a:solidFill>
                  <a:schemeClr val="bg1"/>
                </a:solidFill>
                <a:latin typeface="Bahnschrift SemiLight" panose="020B0502040204020203" pitchFamily="34" charset="0"/>
              </a:rPr>
              <a:t>Amazia</a:t>
            </a:r>
            <a:r>
              <a:rPr lang="en-US" sz="2400" dirty="0">
                <a:solidFill>
                  <a:schemeClr val="bg1"/>
                </a:solidFill>
                <a:latin typeface="Bahnschrift SemiLight" panose="020B0502040204020203" pitchFamily="34" charset="0"/>
              </a:rPr>
              <a:t> shows the healthiest and most balanced way of using AI by developing a mindset that does not depend on it</a:t>
            </a:r>
            <a:r>
              <a:rPr lang="en-US" dirty="0">
                <a:solidFill>
                  <a:schemeClr val="bg1"/>
                </a:solidFill>
                <a:latin typeface="Bahnschrift SemiLight" panose="020B0502040204020203" pitchFamily="34" charset="0"/>
              </a:rPr>
              <a:t>.</a:t>
            </a:r>
          </a:p>
          <a:p>
            <a:endParaRPr lang="en-US" dirty="0"/>
          </a:p>
        </p:txBody>
      </p:sp>
      <p:sp>
        <p:nvSpPr>
          <p:cNvPr id="12" name="TextBox 11"/>
          <p:cNvSpPr txBox="1"/>
          <p:nvPr/>
        </p:nvSpPr>
        <p:spPr>
          <a:xfrm>
            <a:off x="9550400" y="910792"/>
            <a:ext cx="355600" cy="369332"/>
          </a:xfrm>
          <a:prstGeom prst="rect">
            <a:avLst/>
          </a:prstGeom>
          <a:noFill/>
        </p:spPr>
        <p:txBody>
          <a:bodyPr wrap="square" rtlCol="0">
            <a:spAutoFit/>
          </a:bodyPr>
          <a:lstStyle/>
          <a:p>
            <a:r>
              <a:rPr lang="en-ID" dirty="0">
                <a:solidFill>
                  <a:schemeClr val="bg1"/>
                </a:solidFill>
                <a:latin typeface="Arial Black" panose="020B0A04020102020204" pitchFamily="34" charset="0"/>
              </a:rPr>
              <a:t>2</a:t>
            </a:r>
            <a:endParaRPr lang="en-US" dirty="0">
              <a:solidFill>
                <a:schemeClr val="bg1"/>
              </a:solidFill>
              <a:latin typeface="Arial Black" panose="020B0A04020102020204" pitchFamily="34" charset="0"/>
            </a:endParaRPr>
          </a:p>
        </p:txBody>
      </p:sp>
      <p:grpSp>
        <p:nvGrpSpPr>
          <p:cNvPr id="14" name="Group 13"/>
          <p:cNvGrpSpPr/>
          <p:nvPr/>
        </p:nvGrpSpPr>
        <p:grpSpPr>
          <a:xfrm>
            <a:off x="2006600" y="5669058"/>
            <a:ext cx="9271000" cy="1198301"/>
            <a:chOff x="2006600" y="5669058"/>
            <a:chExt cx="9271000" cy="1198301"/>
          </a:xfrm>
        </p:grpSpPr>
        <p:sp>
          <p:nvSpPr>
            <p:cNvPr id="10" name="Snip Diagonal Corner Rectangle 9"/>
            <p:cNvSpPr/>
            <p:nvPr/>
          </p:nvSpPr>
          <p:spPr>
            <a:xfrm>
              <a:off x="2074333" y="5669058"/>
              <a:ext cx="9017000" cy="1198301"/>
            </a:xfrm>
            <a:prstGeom prst="snip2Diag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006600" y="5800024"/>
              <a:ext cx="9271000" cy="830997"/>
            </a:xfrm>
            <a:prstGeom prst="rect">
              <a:avLst/>
            </a:prstGeom>
            <a:noFill/>
          </p:spPr>
          <p:txBody>
            <a:bodyPr wrap="square" rtlCol="0">
              <a:spAutoFit/>
            </a:bodyPr>
            <a:lstStyle/>
            <a:p>
              <a:r>
                <a:rPr lang="en-US" sz="2400" dirty="0">
                  <a:solidFill>
                    <a:schemeClr val="bg1"/>
                  </a:solidFill>
                  <a:latin typeface="Bahnschrift SemiBold" panose="020B0502040204020203" pitchFamily="34" charset="0"/>
                </a:rPr>
                <a:t>From the three respondents, it can be concluded that all students use AI as a learning tool, but with different approaches</a:t>
              </a:r>
              <a:r>
                <a:rPr lang="en-US" sz="2400" dirty="0">
                  <a:solidFill>
                    <a:schemeClr val="bg1"/>
                  </a:solidFill>
                </a:rPr>
                <a:t>.</a:t>
              </a:r>
            </a:p>
          </p:txBody>
        </p:sp>
      </p:grpSp>
      <p:grpSp>
        <p:nvGrpSpPr>
          <p:cNvPr id="16" name="Group 15"/>
          <p:cNvGrpSpPr/>
          <p:nvPr/>
        </p:nvGrpSpPr>
        <p:grpSpPr>
          <a:xfrm>
            <a:off x="-673421" y="5378793"/>
            <a:ext cx="2529844" cy="2504456"/>
            <a:chOff x="-1050516" y="5859681"/>
            <a:chExt cx="2529844" cy="2504456"/>
          </a:xfrm>
        </p:grpSpPr>
        <p:sp>
          <p:nvSpPr>
            <p:cNvPr id="17" name="Oval 16"/>
            <p:cNvSpPr/>
            <p:nvPr/>
          </p:nvSpPr>
          <p:spPr>
            <a:xfrm>
              <a:off x="-1050516" y="5859681"/>
              <a:ext cx="2529844" cy="2504456"/>
            </a:xfrm>
            <a:prstGeom prst="ellipse">
              <a:avLst/>
            </a:prstGeom>
            <a:solidFill>
              <a:schemeClr val="tx2">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840836" y="6200503"/>
              <a:ext cx="1915555" cy="1822813"/>
            </a:xfrm>
            <a:prstGeom prst="ellipse">
              <a:avLst/>
            </a:prstGeom>
            <a:solidFill>
              <a:schemeClr val="accent1">
                <a:lumMod val="60000"/>
                <a:lumOff val="40000"/>
                <a:alpha val="7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p:cNvGrpSpPr/>
          <p:nvPr/>
        </p:nvGrpSpPr>
        <p:grpSpPr>
          <a:xfrm>
            <a:off x="-463741" y="-591009"/>
            <a:ext cx="1443789" cy="1415851"/>
            <a:chOff x="-260575" y="-344659"/>
            <a:chExt cx="1443789" cy="1415851"/>
          </a:xfrm>
        </p:grpSpPr>
        <p:sp>
          <p:nvSpPr>
            <p:cNvPr id="23" name="Oval 22"/>
            <p:cNvSpPr/>
            <p:nvPr/>
          </p:nvSpPr>
          <p:spPr>
            <a:xfrm>
              <a:off x="-260575" y="-344659"/>
              <a:ext cx="1443789" cy="1415851"/>
            </a:xfrm>
            <a:prstGeom prst="ellipse">
              <a:avLst/>
            </a:prstGeom>
            <a:solidFill>
              <a:schemeClr val="bg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130975" y="-264006"/>
              <a:ext cx="1116522" cy="1110885"/>
            </a:xfrm>
            <a:prstGeom prst="ellipse">
              <a:avLst/>
            </a:prstGeom>
            <a:solidFill>
              <a:schemeClr val="bg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904152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
                                        </p:tgtEl>
                                        <p:attrNameLst>
                                          <p:attrName>fillcolor</p:attrName>
                                        </p:attrNameLst>
                                      </p:cBhvr>
                                      <p:to>
                                        <a:srgbClr val="78206E"/>
                                      </p:to>
                                    </p:animClr>
                                    <p:set>
                                      <p:cBhvr>
                                        <p:cTn id="7" dur="500" fill="hold"/>
                                        <p:tgtEl>
                                          <p:spTgt spid="4"/>
                                        </p:tgtEl>
                                        <p:attrNameLst>
                                          <p:attrName>fill.type</p:attrName>
                                        </p:attrNameLst>
                                      </p:cBhvr>
                                      <p:to>
                                        <p:strVal val="solid"/>
                                      </p:to>
                                    </p:set>
                                    <p:set>
                                      <p:cBhvr>
                                        <p:cTn id="8" dur="500" fill="hold"/>
                                        <p:tgtEl>
                                          <p:spTgt spid="4"/>
                                        </p:tgtEl>
                                        <p:attrNameLst>
                                          <p:attrName>fill.on</p:attrName>
                                        </p:attrNameLst>
                                      </p:cBhvr>
                                      <p:to>
                                        <p:strVal val="true"/>
                                      </p:to>
                                    </p:se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500" fill="hold"/>
                                        <p:tgtEl>
                                          <p:spTgt spid="4"/>
                                        </p:tgtEl>
                                        <p:attrNameLst>
                                          <p:attrName>fillcolor</p:attrName>
                                        </p:attrNameLst>
                                      </p:cBhvr>
                                      <p:to>
                                        <a:srgbClr val="215E99"/>
                                      </p:to>
                                    </p:animClr>
                                    <p:set>
                                      <p:cBhvr>
                                        <p:cTn id="17" dur="500" fill="hold"/>
                                        <p:tgtEl>
                                          <p:spTgt spid="4"/>
                                        </p:tgtEl>
                                        <p:attrNameLst>
                                          <p:attrName>fill.type</p:attrName>
                                        </p:attrNameLst>
                                      </p:cBhvr>
                                      <p:to>
                                        <p:strVal val="solid"/>
                                      </p:to>
                                    </p:set>
                                    <p:set>
                                      <p:cBhvr>
                                        <p:cTn id="18" dur="500" fill="hold"/>
                                        <p:tgtEl>
                                          <p:spTgt spid="4"/>
                                        </p:tgtEl>
                                        <p:attrNameLst>
                                          <p:attrName>fill.on</p:attrName>
                                        </p:attrNameLst>
                                      </p:cBhvr>
                                      <p:to>
                                        <p:strVal val="true"/>
                                      </p:to>
                                    </p:set>
                                  </p:childTnLst>
                                </p:cTn>
                              </p:par>
                            </p:childTnLst>
                          </p:cTn>
                        </p:par>
                        <p:par>
                          <p:cTn id="19" fill="hold">
                            <p:stCondLst>
                              <p:cond delay="500"/>
                            </p:stCondLst>
                            <p:childTnLst>
                              <p:par>
                                <p:cTn id="20" presetID="1" presetClass="emph" presetSubtype="2" fill="hold" nodeType="afterEffect">
                                  <p:stCondLst>
                                    <p:cond delay="0"/>
                                  </p:stCondLst>
                                  <p:childTnLst>
                                    <p:animClr clrSpc="rgb" dir="cw">
                                      <p:cBhvr>
                                        <p:cTn id="21" dur="500" fill="hold"/>
                                        <p:tgtEl>
                                          <p:spTgt spid="6"/>
                                        </p:tgtEl>
                                        <p:attrNameLst>
                                          <p:attrName>fillcolor</p:attrName>
                                        </p:attrNameLst>
                                      </p:cBhvr>
                                      <p:to>
                                        <a:srgbClr val="78206E"/>
                                      </p:to>
                                    </p:animClr>
                                    <p:set>
                                      <p:cBhvr>
                                        <p:cTn id="22" dur="500" fill="hold"/>
                                        <p:tgtEl>
                                          <p:spTgt spid="6"/>
                                        </p:tgtEl>
                                        <p:attrNameLst>
                                          <p:attrName>fill.type</p:attrName>
                                        </p:attrNameLst>
                                      </p:cBhvr>
                                      <p:to>
                                        <p:strVal val="solid"/>
                                      </p:to>
                                    </p:set>
                                    <p:set>
                                      <p:cBhvr>
                                        <p:cTn id="23" dur="500" fill="hold"/>
                                        <p:tgtEl>
                                          <p:spTgt spid="6"/>
                                        </p:tgtEl>
                                        <p:attrNameLst>
                                          <p:attrName>fill.on</p:attrName>
                                        </p:attrNameLst>
                                      </p:cBhvr>
                                      <p:to>
                                        <p:strVal val="true"/>
                                      </p:to>
                                    </p:se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mph" presetSubtype="2" fill="hold" nodeType="clickEffect">
                                  <p:stCondLst>
                                    <p:cond delay="0"/>
                                  </p:stCondLst>
                                  <p:childTnLst>
                                    <p:animClr clrSpc="rgb" dir="cw">
                                      <p:cBhvr>
                                        <p:cTn id="31" dur="500" fill="hold"/>
                                        <p:tgtEl>
                                          <p:spTgt spid="6"/>
                                        </p:tgtEl>
                                        <p:attrNameLst>
                                          <p:attrName>fillcolor</p:attrName>
                                        </p:attrNameLst>
                                      </p:cBhvr>
                                      <p:to>
                                        <a:srgbClr val="215E99"/>
                                      </p:to>
                                    </p:animClr>
                                    <p:set>
                                      <p:cBhvr>
                                        <p:cTn id="32" dur="500" fill="hold"/>
                                        <p:tgtEl>
                                          <p:spTgt spid="6"/>
                                        </p:tgtEl>
                                        <p:attrNameLst>
                                          <p:attrName>fill.type</p:attrName>
                                        </p:attrNameLst>
                                      </p:cBhvr>
                                      <p:to>
                                        <p:strVal val="solid"/>
                                      </p:to>
                                    </p:set>
                                    <p:set>
                                      <p:cBhvr>
                                        <p:cTn id="33" dur="500" fill="hold"/>
                                        <p:tgtEl>
                                          <p:spTgt spid="6"/>
                                        </p:tgtEl>
                                        <p:attrNameLst>
                                          <p:attrName>fill.on</p:attrName>
                                        </p:attrNameLst>
                                      </p:cBhvr>
                                      <p:to>
                                        <p:strVal val="true"/>
                                      </p:to>
                                    </p:set>
                                  </p:childTnLst>
                                </p:cTn>
                              </p:par>
                            </p:childTnLst>
                          </p:cTn>
                        </p:par>
                        <p:par>
                          <p:cTn id="34" fill="hold">
                            <p:stCondLst>
                              <p:cond delay="500"/>
                            </p:stCondLst>
                            <p:childTnLst>
                              <p:par>
                                <p:cTn id="35" presetID="10"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052929" cy="68580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792416" y="744558"/>
            <a:ext cx="2534478" cy="45719"/>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1232452" y="357809"/>
            <a:ext cx="2604052" cy="461665"/>
          </a:xfrm>
          <a:prstGeom prst="rect">
            <a:avLst/>
          </a:prstGeom>
          <a:noFill/>
        </p:spPr>
        <p:txBody>
          <a:bodyPr wrap="square" rtlCol="0">
            <a:spAutoFit/>
          </a:bodyPr>
          <a:lstStyle/>
          <a:p>
            <a:r>
              <a:rPr lang="en-ID" sz="2400" dirty="0" smtClean="0">
                <a:solidFill>
                  <a:schemeClr val="bg1"/>
                </a:solidFill>
                <a:latin typeface="Arial Black" panose="020B0A04020102020204" pitchFamily="34" charset="0"/>
              </a:rPr>
              <a:t>CONCLUSION</a:t>
            </a:r>
            <a:endParaRPr lang="en-US" sz="2400" dirty="0">
              <a:solidFill>
                <a:schemeClr val="bg1"/>
              </a:solidFill>
              <a:latin typeface="Arial Black" panose="020B0A04020102020204" pitchFamily="34" charset="0"/>
            </a:endParaRPr>
          </a:p>
        </p:txBody>
      </p:sp>
      <p:sp>
        <p:nvSpPr>
          <p:cNvPr id="16" name="TextBox 15"/>
          <p:cNvSpPr txBox="1"/>
          <p:nvPr/>
        </p:nvSpPr>
        <p:spPr>
          <a:xfrm>
            <a:off x="586408" y="1177283"/>
            <a:ext cx="5188226" cy="3046988"/>
          </a:xfrm>
          <a:prstGeom prst="rect">
            <a:avLst/>
          </a:prstGeom>
          <a:noFill/>
        </p:spPr>
        <p:txBody>
          <a:bodyPr wrap="square" rtlCol="0">
            <a:spAutoFit/>
          </a:bodyPr>
          <a:lstStyle/>
          <a:p>
            <a:r>
              <a:rPr lang="en-US" sz="2400" dirty="0">
                <a:solidFill>
                  <a:schemeClr val="bg1"/>
                </a:solidFill>
                <a:latin typeface="Arial Rounded MT Bold" panose="020F0704030504030204" pitchFamily="34" charset="0"/>
              </a:rPr>
              <a:t>AI can indeed assist students in learning, potentially leading to improved grades. However, there are certain cases where students become dependent on it. Therefore, what's needed is responsibility in using and utilizing it.</a:t>
            </a:r>
          </a:p>
        </p:txBody>
      </p:sp>
      <p:sp>
        <p:nvSpPr>
          <p:cNvPr id="18" name="TextBox 17"/>
          <p:cNvSpPr txBox="1"/>
          <p:nvPr/>
        </p:nvSpPr>
        <p:spPr>
          <a:xfrm>
            <a:off x="7779026" y="2192945"/>
            <a:ext cx="4412974" cy="1015663"/>
          </a:xfrm>
          <a:prstGeom prst="rect">
            <a:avLst/>
          </a:prstGeom>
          <a:noFill/>
        </p:spPr>
        <p:txBody>
          <a:bodyPr wrap="square" rtlCol="0">
            <a:spAutoFit/>
          </a:bodyPr>
          <a:lstStyle/>
          <a:p>
            <a:r>
              <a:rPr lang="en-ID" sz="6000" dirty="0" smtClean="0">
                <a:latin typeface="Franklin Gothic Demi" panose="020B0703020102020204" pitchFamily="34" charset="0"/>
              </a:rPr>
              <a:t>Thank You</a:t>
            </a:r>
            <a:endParaRPr lang="en-US" sz="6000" dirty="0">
              <a:latin typeface="Franklin Gothic Demi" panose="020B0703020102020204" pitchFamily="34" charset="0"/>
            </a:endParaRPr>
          </a:p>
        </p:txBody>
      </p:sp>
      <p:sp>
        <p:nvSpPr>
          <p:cNvPr id="24" name="TextBox 23"/>
          <p:cNvSpPr txBox="1"/>
          <p:nvPr/>
        </p:nvSpPr>
        <p:spPr>
          <a:xfrm>
            <a:off x="1430967" y="5165124"/>
            <a:ext cx="2405537" cy="1015663"/>
          </a:xfrm>
          <a:prstGeom prst="rect">
            <a:avLst/>
          </a:prstGeom>
          <a:noFill/>
        </p:spPr>
        <p:txBody>
          <a:bodyPr wrap="square" rtlCol="0">
            <a:spAutoFit/>
          </a:bodyPr>
          <a:lstStyle/>
          <a:p>
            <a:r>
              <a:rPr lang="en-ID" sz="6000" dirty="0" smtClean="0">
                <a:solidFill>
                  <a:schemeClr val="bg1"/>
                </a:solidFill>
                <a:latin typeface="Arial Rounded MT Bold" panose="020F0704030504030204" pitchFamily="34" charset="0"/>
              </a:rPr>
              <a:t>Q&amp;A?</a:t>
            </a:r>
          </a:p>
        </p:txBody>
      </p:sp>
    </p:spTree>
    <p:extLst>
      <p:ext uri="{BB962C8B-B14F-4D97-AF65-F5344CB8AC3E}">
        <p14:creationId xmlns:p14="http://schemas.microsoft.com/office/powerpoint/2010/main" val="225381264"/>
      </p:ext>
    </p:extLst>
  </p:cSld>
  <p:clrMapOvr>
    <a:masterClrMapping/>
  </p:clrMapOvr>
  <p:transition spd="slow">
    <p:wipe dir="d"/>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871</TotalTime>
  <Words>602</Words>
  <Application>Microsoft Office PowerPoint</Application>
  <PresentationFormat>Widescreen</PresentationFormat>
  <Paragraphs>71</Paragraphs>
  <Slides>10</Slides>
  <Notes>1</Notes>
  <HiddenSlides>0</HiddenSlides>
  <MMClips>0</MMClips>
  <ScaleCrop>false</ScaleCrop>
  <HeadingPairs>
    <vt:vector size="6" baseType="variant">
      <vt:variant>
        <vt:lpstr>Fonts Used</vt:lpstr>
      </vt:variant>
      <vt:variant>
        <vt:i4>26</vt:i4>
      </vt:variant>
      <vt:variant>
        <vt:lpstr>Theme</vt:lpstr>
      </vt:variant>
      <vt:variant>
        <vt:i4>1</vt:i4>
      </vt:variant>
      <vt:variant>
        <vt:lpstr>Slide Titles</vt:lpstr>
      </vt:variant>
      <vt:variant>
        <vt:i4>10</vt:i4>
      </vt:variant>
    </vt:vector>
  </HeadingPairs>
  <TitlesOfParts>
    <vt:vector size="37" baseType="lpstr">
      <vt:lpstr>Arial Unicode MS</vt:lpstr>
      <vt:lpstr>Microsoft YaHei</vt:lpstr>
      <vt:lpstr>Noto Sans SC Black</vt:lpstr>
      <vt:lpstr>AngsanaUPC</vt:lpstr>
      <vt:lpstr>Aptos</vt:lpstr>
      <vt:lpstr>Aptos Display</vt:lpstr>
      <vt:lpstr>Arial</vt:lpstr>
      <vt:lpstr>Arial Black</vt:lpstr>
      <vt:lpstr>Arial Rounded MT Bold</vt:lpstr>
      <vt:lpstr>Bahnschrift SemiBold</vt:lpstr>
      <vt:lpstr>Bahnschrift SemiLight</vt:lpstr>
      <vt:lpstr>Bodoni MT Black</vt:lpstr>
      <vt:lpstr>Britannic Bold</vt:lpstr>
      <vt:lpstr>Calibri</vt:lpstr>
      <vt:lpstr>Cascadia Code</vt:lpstr>
      <vt:lpstr>Cascadia Mono SemiBold</vt:lpstr>
      <vt:lpstr>Century</vt:lpstr>
      <vt:lpstr>Cooper Black</vt:lpstr>
      <vt:lpstr>Franklin Gothic Demi</vt:lpstr>
      <vt:lpstr>Franklin Gothic Heavy</vt:lpstr>
      <vt:lpstr>Georgia</vt:lpstr>
      <vt:lpstr>Microsoft Tai Le</vt:lpstr>
      <vt:lpstr>Palatino Linotype</vt:lpstr>
      <vt:lpstr>ROG Fonts STRIX SCAR</vt:lpstr>
      <vt:lpstr>Segoe UI Black</vt:lpstr>
      <vt:lpstr>Sitka Small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Judika Ompusunggu</dc:creator>
  <cp:lastModifiedBy>Microsoft account</cp:lastModifiedBy>
  <cp:revision>92</cp:revision>
  <dcterms:created xsi:type="dcterms:W3CDTF">2025-11-30T10:05:43Z</dcterms:created>
  <dcterms:modified xsi:type="dcterms:W3CDTF">2026-10-27T20:48:03Z</dcterms:modified>
</cp:coreProperties>
</file>