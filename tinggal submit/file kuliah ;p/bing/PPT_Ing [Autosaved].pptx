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1" r:id="rId3"/>
    <p:sldId id="267" r:id="rId4"/>
    <p:sldId id="264" r:id="rId5"/>
    <p:sldId id="268" r:id="rId6"/>
    <p:sldId id="272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18C"/>
    <a:srgbClr val="1044AC"/>
    <a:srgbClr val="072B49"/>
    <a:srgbClr val="0C3382"/>
    <a:srgbClr val="255B7F"/>
    <a:srgbClr val="36ACBF"/>
    <a:srgbClr val="35458D"/>
    <a:srgbClr val="02263B"/>
    <a:srgbClr val="486574"/>
    <a:srgbClr val="2E75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02" autoAdjust="0"/>
    <p:restoredTop sz="94660"/>
  </p:normalViewPr>
  <p:slideViewPr>
    <p:cSldViewPr snapToGrid="0">
      <p:cViewPr>
        <p:scale>
          <a:sx n="33" d="100"/>
          <a:sy n="33" d="100"/>
        </p:scale>
        <p:origin x="1075" y="1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1478B-F0E1-450D-834E-CE2869BDFC0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CB988-0DF6-4791-9B68-6B24F35F6D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1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2CB988-0DF6-4791-9B68-6B24F35F6D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36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8FCC07-6641-8394-4DAB-AC4538868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051DD48-71EE-3116-06F3-20BAFBEA9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C998226-10D0-CB51-C318-376D9F373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E9FF1C6-2895-BC42-7A5E-6154541A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D3A1EA3-90C2-8504-C68D-7A721A06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3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A3DFD6-8941-86B8-1757-56909ADC8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3C775AE-D92A-F0BC-9164-09D908784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D57B4A0-ADED-FA61-B8BB-E23A222F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EE23EC8-0E5B-8816-5A6F-C38693A8F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9012D66-698B-8B22-592A-771F9723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10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E2979B-1DAF-06C9-CFBF-FCD36140E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1D2DCA3-21D3-FF47-D49A-19861621D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FF1B22-450B-FAAE-5E98-C6C0B3BD8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8FFFF46-8E04-82B2-58E7-2815CD76A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522F8BB-9417-2C70-ECBE-2D4B8B99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0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412E5F-DE04-9B60-62E4-9AEF53ADD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463A811-9838-DA54-E051-7DC8369F4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E14B313-2DBB-C77A-92C6-57D6B0750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F8E41BE-71EA-2F8F-771F-29C142D5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9BCEED1-59BA-FF4E-EAD5-2C2840A6A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04D8CAE-C53A-41F8-0E97-5A3C69FF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9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98101E-BCDF-E576-D09C-8DCF2C0F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2CDCA7D-9C6A-E324-F5A9-09FBEE892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83CF52A-5EB3-EFD0-9108-F66E789DE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2D27F41B-CE27-67F9-3411-5845060B3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59A62F5-9749-898D-41EF-B593C8DB2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DF9F4F0-C61E-3212-A9AF-3C513F602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4B25BE7-5535-30EB-E01B-F637C1A6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0022F8D-FA01-77DA-B016-F34E85D9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82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5FF2B5-117B-97AE-0BAB-FB49B739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A7B9543-DC7A-FC1A-1165-098C1597F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5EB7011-76FF-A4C5-40D6-B0B5F71A0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3F7BAA6-5C15-7E33-8B12-ECAA6AD2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5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995A661-5468-4909-42FF-8C39BF7A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208E48E-F3D2-022A-6507-9499642DA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BF1AC61-364E-42AD-0206-9B803328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3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97520F-2A89-1AA1-66E2-74A2525E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DF1D9B8-8496-11DE-1D4D-291E80422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F8779CB-5C95-C762-1DE7-2D1763D4B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F66C284-9E28-43BD-AA35-A226C0F6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8D01822-DAD1-7261-8C30-5831762AF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E11F374-4B3C-F553-4A50-D91B7437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8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3D8A70-1073-FC89-76AE-191938F2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DF12A18-F98F-F003-2200-A6EF0879B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0F3013B-540A-08A0-5259-E0CFB4602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49353CA-CF99-EE9F-47A3-63514E992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A1A22FE-010A-F405-6773-17C8D0F7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BDFAE6B-2347-58DA-8B9B-FA60206EF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1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0F0D17D-D503-0213-7975-02DDEF29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BF3A149-875D-BD36-E138-0C17E174A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B5C393F-6DC7-9452-BFF2-664749A5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EF12413-877D-8415-832C-4E72F008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A9B628B-C096-07E6-3A12-DB23ACC7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3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51C5463-4CD8-E996-C246-C5F357A58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FE73735-C93E-4607-882A-4901BF723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D401B20-4233-C68E-9E50-0B50A7B2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C9E656-F01E-FC90-5A6F-CDD8DB15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649384-9F84-17D6-0C4F-27B5F0F8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0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EEADC28-540B-C194-653B-AAF8DC1C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F730006-10CE-AB83-02B5-FB2D02BE2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ADC1A5A-5016-B154-D6A7-57561B303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D1E21-09B0-4CFC-A9E6-D25F38623C5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E3FA89B-3B0A-49CC-C110-959420FD4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318A399-98BB-D254-470B-B0C652531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50D4B-E25F-41E3-BC3C-0BFF51231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2" Type="http://schemas.openxmlformats.org/officeDocument/2006/relationships/image" Target="../media/image3.png"/><Relationship Id="rId16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microsoft.com/office/2007/relationships/hdphoto" Target="../media/hdphoto2.wdp"/><Relationship Id="rId1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microsoft.com/office/2007/relationships/hdphoto" Target="../media/hdphoto4.wdp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microsoft.com/office/2007/relationships/hdphoto" Target="../media/hdphoto7.wdp"/><Relationship Id="rId4" Type="http://schemas.openxmlformats.org/officeDocument/2006/relationships/image" Target="../media/image14.png"/><Relationship Id="rId9" Type="http://schemas.microsoft.com/office/2007/relationships/hdphoto" Target="../media/hdphoto9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0.wdp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g"/><Relationship Id="rId4" Type="http://schemas.microsoft.com/office/2007/relationships/hdphoto" Target="../media/hdphoto10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="" xmlns:a16="http://schemas.microsoft.com/office/drawing/2014/main" id="{F6292111-7DF6-BD07-99BB-BB6F70403C65}"/>
              </a:ext>
            </a:extLst>
          </p:cNvPr>
          <p:cNvSpPr/>
          <p:nvPr/>
        </p:nvSpPr>
        <p:spPr>
          <a:xfrm>
            <a:off x="-19050" y="0"/>
            <a:ext cx="8141111" cy="6858000"/>
          </a:xfrm>
          <a:prstGeom prst="homePlate">
            <a:avLst/>
          </a:prstGeom>
          <a:solidFill>
            <a:srgbClr val="0A2A6A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T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he </a:t>
            </a:r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I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mpact </a:t>
            </a:r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o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f AI </a:t>
            </a:r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o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n </a:t>
            </a:r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S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tudent’s </a:t>
            </a:r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G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rades </a:t>
            </a:r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C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ompared to Their </a:t>
            </a:r>
            <a:r>
              <a:rPr lang="en-US" sz="4000" dirty="0">
                <a:solidFill>
                  <a:schemeClr val="bg1"/>
                </a:solidFill>
                <a:latin typeface="Georgia" panose="02040502050405020303" pitchFamily="18" charset="0"/>
              </a:rPr>
              <a:t>A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ctual Skills</a:t>
            </a:r>
          </a:p>
          <a:p>
            <a:pPr algn="ctr"/>
            <a:endParaRPr lang="en-US" sz="4000" dirty="0">
              <a:solidFill>
                <a:schemeClr val="bg1"/>
              </a:solidFill>
              <a:latin typeface="Britannic Bold" panose="020B0903060703020204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Evan </a:t>
            </a:r>
            <a:r>
              <a:rPr lang="en-US" sz="2000" dirty="0" err="1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Benta</a:t>
            </a:r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Purba</a:t>
            </a:r>
            <a:r>
              <a:rPr lang="en-US" sz="2000" dirty="0" smtClean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 (11S25038</a:t>
            </a:r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)</a:t>
            </a:r>
          </a:p>
          <a:p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Judika Ompusunggu (11S25044)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D5D34CD-3A80-755B-AAE2-DA8C0137EA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55"/>
          <a:stretch/>
        </p:blipFill>
        <p:spPr>
          <a:xfrm>
            <a:off x="10618839" y="-101764"/>
            <a:ext cx="1573161" cy="178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2652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/>
          <p:cNvSpPr/>
          <p:nvPr/>
        </p:nvSpPr>
        <p:spPr>
          <a:xfrm>
            <a:off x="-1050516" y="5859681"/>
            <a:ext cx="2529844" cy="2504456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200279" y="5086978"/>
            <a:ext cx="2529844" cy="2504456"/>
          </a:xfrm>
          <a:prstGeom prst="ellipse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0655266" y="5544547"/>
            <a:ext cx="1915555" cy="1822813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rallelogram 33"/>
          <p:cNvSpPr/>
          <p:nvPr/>
        </p:nvSpPr>
        <p:spPr>
          <a:xfrm>
            <a:off x="-130976" y="5458816"/>
            <a:ext cx="5270868" cy="341932"/>
          </a:xfrm>
          <a:prstGeom prst="parallelogram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/>
          <p:cNvSpPr/>
          <p:nvPr/>
        </p:nvSpPr>
        <p:spPr>
          <a:xfrm>
            <a:off x="-183921" y="4916012"/>
            <a:ext cx="3326498" cy="341932"/>
          </a:xfrm>
          <a:prstGeom prst="parallelogram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rallelogram 31"/>
          <p:cNvSpPr/>
          <p:nvPr/>
        </p:nvSpPr>
        <p:spPr>
          <a:xfrm>
            <a:off x="-130975" y="4387566"/>
            <a:ext cx="2859103" cy="341932"/>
          </a:xfrm>
          <a:prstGeom prst="parallelogram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rallelogram 30"/>
          <p:cNvSpPr/>
          <p:nvPr/>
        </p:nvSpPr>
        <p:spPr>
          <a:xfrm>
            <a:off x="-154004" y="3836564"/>
            <a:ext cx="2356700" cy="341932"/>
          </a:xfrm>
          <a:prstGeom prst="parallelogram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77492"/>
            <a:ext cx="12192000" cy="3564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6786" y1="55556" x2="26786" y2="55556"/>
                        <a14:foregroundMark x1="21429" y1="50855" x2="21429" y2="508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18" t="20241" r="54047" b="20046"/>
          <a:stretch/>
        </p:blipFill>
        <p:spPr>
          <a:xfrm>
            <a:off x="1074719" y="1150749"/>
            <a:ext cx="1828800" cy="17745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4124" y="2783292"/>
            <a:ext cx="1615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2400" dirty="0" err="1">
                <a:solidFill>
                  <a:schemeClr val="bg1"/>
                </a:solidFill>
                <a:latin typeface="Cooper Black" panose="0208090404030B020404" pitchFamily="18" charset="0"/>
              </a:rPr>
              <a:t>ChatGpt</a:t>
            </a:r>
            <a:endParaRPr lang="en-US" sz="24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266878" y="1309607"/>
            <a:ext cx="1518833" cy="145684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941" l="9961" r="91797">
                        <a14:foregroundMark x1="41113" y1="41797" x2="41113" y2="41797"/>
                        <a14:foregroundMark x1="54199" y1="48242" x2="54199" y2="48242"/>
                        <a14:foregroundMark x1="42480" y1="47852" x2="42480" y2="47852"/>
                        <a14:foregroundMark x1="57715" y1="37598" x2="57715" y2="37598"/>
                        <a14:foregroundMark x1="32910" y1="33301" x2="32910" y2="33301"/>
                        <a14:foregroundMark x1="35449" y1="42871" x2="35449" y2="42871"/>
                        <a14:foregroundMark x1="38965" y1="34082" x2="38965" y2="34082"/>
                        <a14:foregroundMark x1="45996" y1="37598" x2="45996" y2="37598"/>
                        <a14:foregroundMark x1="51758" y1="45703" x2="51758" y2="45703"/>
                        <a14:foregroundMark x1="41113" y1="62012" x2="41113" y2="62012"/>
                        <a14:foregroundMark x1="30469" y1="62402" x2="30469" y2="62402"/>
                        <a14:foregroundMark x1="19043" y1="63867" x2="19043" y2="63867"/>
                        <a14:foregroundMark x1="15918" y1="61328" x2="15918" y2="61328"/>
                        <a14:foregroundMark x1="58105" y1="64160" x2="58105" y2="64160"/>
                        <a14:foregroundMark x1="67285" y1="66992" x2="67285" y2="66992"/>
                        <a14:foregroundMark x1="74805" y1="64160" x2="74805" y2="64160"/>
                        <a14:foregroundMark x1="85449" y1="61719" x2="85449" y2="61719"/>
                        <a14:foregroundMark x1="91797" y1="66992" x2="91797" y2="669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368" t="18928" r="23405" b="44547"/>
          <a:stretch/>
        </p:blipFill>
        <p:spPr>
          <a:xfrm>
            <a:off x="3708263" y="1639915"/>
            <a:ext cx="1053885" cy="7981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61" b="89941" l="9961" r="91797">
                        <a14:foregroundMark x1="41113" y1="41797" x2="41113" y2="41797"/>
                        <a14:foregroundMark x1="54199" y1="48242" x2="54199" y2="48242"/>
                        <a14:foregroundMark x1="42480" y1="47852" x2="42480" y2="47852"/>
                        <a14:foregroundMark x1="57715" y1="37598" x2="57715" y2="37598"/>
                        <a14:foregroundMark x1="32910" y1="33301" x2="32910" y2="33301"/>
                        <a14:foregroundMark x1="35449" y1="42871" x2="35449" y2="42871"/>
                        <a14:foregroundMark x1="38965" y1="34082" x2="38965" y2="34082"/>
                        <a14:foregroundMark x1="45996" y1="37598" x2="45996" y2="37598"/>
                        <a14:foregroundMark x1="51758" y1="45703" x2="51758" y2="45703"/>
                        <a14:foregroundMark x1="41113" y1="62012" x2="41113" y2="62012"/>
                        <a14:foregroundMark x1="30469" y1="62402" x2="30469" y2="62402"/>
                        <a14:foregroundMark x1="19043" y1="63867" x2="19043" y2="63867"/>
                        <a14:foregroundMark x1="15918" y1="61328" x2="15918" y2="61328"/>
                        <a14:foregroundMark x1="58105" y1="64160" x2="58105" y2="64160"/>
                        <a14:foregroundMark x1="67285" y1="66992" x2="67285" y2="66992"/>
                        <a14:foregroundMark x1="74805" y1="64160" x2="74805" y2="64160"/>
                        <a14:foregroundMark x1="85449" y1="61719" x2="85449" y2="61719"/>
                        <a14:foregroundMark x1="91797" y1="66992" x2="91797" y2="669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3723" b="27837"/>
          <a:stretch/>
        </p:blipFill>
        <p:spPr>
          <a:xfrm>
            <a:off x="3142576" y="2842001"/>
            <a:ext cx="2185261" cy="40295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3475788" y="1309607"/>
            <a:ext cx="1518833" cy="145684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267" t="11599" r="29733" b="26852"/>
          <a:stretch/>
        </p:blipFill>
        <p:spPr>
          <a:xfrm>
            <a:off x="5715751" y="1542412"/>
            <a:ext cx="1000760" cy="99122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56715" y="1309607"/>
            <a:ext cx="1518833" cy="145684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1556" b="94000" l="15571" r="34857">
                        <a14:foregroundMark x1="18571" y1="85111" x2="18571" y2="85111"/>
                        <a14:foregroundMark x1="23143" y1="88222" x2="23143" y2="88222"/>
                        <a14:foregroundMark x1="24571" y1="88222" x2="24571" y2="88222"/>
                        <a14:foregroundMark x1="26714" y1="88889" x2="26714" y2="88889"/>
                        <a14:foregroundMark x1="28857" y1="88222" x2="28857" y2="88222"/>
                        <a14:foregroundMark x1="30143" y1="87556" x2="30143" y2="87556"/>
                        <a14:foregroundMark x1="30143" y1="85111" x2="30143" y2="85111"/>
                        <a14:foregroundMark x1="31143" y1="87778" x2="31143" y2="87778"/>
                        <a14:foregroundMark x1="34857" y1="90000" x2="34857" y2="90000"/>
                        <a14:foregroundMark x1="34143" y1="84000" x2="34143" y2="84000"/>
                        <a14:backgroundMark x1="22143" y1="90000" x2="22143" y2="90000"/>
                        <a14:backgroundMark x1="22000" y1="88000" x2="22000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276" t="80222" r="62953" b="4371"/>
          <a:stretch/>
        </p:blipFill>
        <p:spPr>
          <a:xfrm>
            <a:off x="5658128" y="2816093"/>
            <a:ext cx="1091448" cy="45477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462" t="9156" r="37348" b="41012"/>
          <a:stretch/>
        </p:blipFill>
        <p:spPr>
          <a:xfrm>
            <a:off x="7840099" y="1511505"/>
            <a:ext cx="991481" cy="102213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7574958" y="1309607"/>
            <a:ext cx="1518833" cy="145684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63889" b="81204" l="31823" r="68958">
                        <a14:foregroundMark x1="45052" y1="72315" x2="45052" y2="72315"/>
                        <a14:foregroundMark x1="47552" y1="71944" x2="47552" y2="71944"/>
                        <a14:foregroundMark x1="50625" y1="72222" x2="50625" y2="72222"/>
                        <a14:foregroundMark x1="59948" y1="73704" x2="59948" y2="73704"/>
                        <a14:foregroundMark x1="63958" y1="73241" x2="63958" y2="73241"/>
                      </a14:backgroundRemoval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197" t="63300" r="33485" b="17037"/>
          <a:stretch/>
        </p:blipFill>
        <p:spPr>
          <a:xfrm>
            <a:off x="7840099" y="2916011"/>
            <a:ext cx="1101020" cy="35485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t="-705" r="77576" b="705"/>
          <a:stretch/>
        </p:blipFill>
        <p:spPr>
          <a:xfrm>
            <a:off x="9693201" y="1542412"/>
            <a:ext cx="1171251" cy="112792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9521686" y="1377953"/>
            <a:ext cx="1518833" cy="145684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1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48"/>
          <a:stretch/>
        </p:blipFill>
        <p:spPr>
          <a:xfrm>
            <a:off x="9693201" y="2925305"/>
            <a:ext cx="1208903" cy="34620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266878" y="181252"/>
            <a:ext cx="95435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3600" dirty="0" smtClean="0">
                <a:solidFill>
                  <a:schemeClr val="bg1"/>
                </a:solidFill>
                <a:latin typeface="Bodoni MT Black" panose="02070A03080606020203" pitchFamily="18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How Student use AI in Daily Learning?</a:t>
            </a:r>
            <a:endParaRPr lang="en-US" sz="3600" dirty="0">
              <a:solidFill>
                <a:schemeClr val="bg1"/>
              </a:solidFill>
              <a:latin typeface="Bodoni MT Black" panose="02070A03080606020203" pitchFamily="18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06925" y="4337610"/>
            <a:ext cx="25212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smtClean="0">
                <a:solidFill>
                  <a:schemeClr val="bg1"/>
                </a:solidFill>
                <a:latin typeface="Palatino Linotype" panose="02040502050505030304" pitchFamily="18" charset="0"/>
              </a:rPr>
              <a:t>To Do Assignments </a:t>
            </a:r>
            <a:endParaRPr lang="en-US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119" y="3487119"/>
            <a:ext cx="3370881" cy="337088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06925" y="4902970"/>
            <a:ext cx="2996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smtClean="0">
                <a:solidFill>
                  <a:schemeClr val="bg1"/>
                </a:solidFill>
                <a:latin typeface="Palatino Linotype" panose="02040502050505030304" pitchFamily="18" charset="0"/>
              </a:rPr>
              <a:t>Summarize the Material </a:t>
            </a:r>
            <a:endParaRPr lang="en-US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25167" y="3809164"/>
            <a:ext cx="1977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smtClean="0">
                <a:solidFill>
                  <a:schemeClr val="bg1"/>
                </a:solidFill>
                <a:latin typeface="Palatino Linotype" panose="02040502050505030304" pitchFamily="18" charset="0"/>
              </a:rPr>
              <a:t>Write an Essay</a:t>
            </a:r>
            <a:endParaRPr lang="en-US" dirty="0">
              <a:solidFill>
                <a:schemeClr val="bg1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06925" y="5458816"/>
            <a:ext cx="52497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smtClean="0">
                <a:solidFill>
                  <a:schemeClr val="bg1"/>
                </a:solidFill>
                <a:latin typeface="Palatino Linotype" panose="02040502050505030304" pitchFamily="18" charset="0"/>
                <a:ea typeface="Cascadia Code" panose="020B0609020000020004" pitchFamily="49" charset="0"/>
                <a:cs typeface="Cascadia Code" panose="020B0609020000020004" pitchFamily="49" charset="0"/>
              </a:rPr>
              <a:t>Ask Questions That They Don’t Understand  </a:t>
            </a:r>
            <a:endParaRPr lang="en-US" dirty="0">
              <a:solidFill>
                <a:schemeClr val="bg1"/>
              </a:solidFill>
              <a:latin typeface="Palatino Linotype" panose="02040502050505030304" pitchFamily="18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 rot="18980827">
            <a:off x="11638310" y="-873608"/>
            <a:ext cx="583908" cy="21477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-260575" y="-344659"/>
            <a:ext cx="1443789" cy="1415851"/>
          </a:xfrm>
          <a:prstGeom prst="ellipse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-130975" y="-264006"/>
            <a:ext cx="1116522" cy="1110885"/>
          </a:xfrm>
          <a:prstGeom prst="ellipse">
            <a:avLst/>
          </a:prstGeom>
          <a:solidFill>
            <a:schemeClr val="bg1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0" y="3378467"/>
            <a:ext cx="5139892" cy="1086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138934" y="3378956"/>
            <a:ext cx="7053066" cy="10865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-840836" y="6200503"/>
            <a:ext cx="1915555" cy="1822813"/>
          </a:xfrm>
          <a:prstGeom prst="ellipse">
            <a:avLst/>
          </a:prstGeom>
          <a:solidFill>
            <a:schemeClr val="accent1">
              <a:lumMod val="60000"/>
              <a:lumOff val="40000"/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38969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3" grpId="0" animBg="1"/>
      <p:bldP spid="32" grpId="0" animBg="1"/>
      <p:bldP spid="31" grpId="0" animBg="1"/>
      <p:bldP spid="6" grpId="0"/>
      <p:bldP spid="7" grpId="0" animBg="1"/>
      <p:bldP spid="10" grpId="0" animBg="1"/>
      <p:bldP spid="11" grpId="0" animBg="1"/>
      <p:bldP spid="13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748559" y="206348"/>
            <a:ext cx="4735298" cy="844952"/>
          </a:xfrm>
          <a:prstGeom prst="round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48559" y="336451"/>
            <a:ext cx="4791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800" dirty="0" smtClean="0">
                <a:solidFill>
                  <a:schemeClr val="bg1"/>
                </a:solidFill>
                <a:latin typeface="Sitka Small Semibold" pitchFamily="2" charset="0"/>
              </a:rPr>
              <a:t>POSITIVE IMPACT OF AI</a:t>
            </a:r>
            <a:endParaRPr lang="en-US" sz="2800" dirty="0">
              <a:solidFill>
                <a:schemeClr val="bg1"/>
              </a:solidFill>
              <a:latin typeface="Sitka Small Semibold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959" y="2722880"/>
            <a:ext cx="2590801" cy="3667760"/>
          </a:xfrm>
          <a:prstGeom prst="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32239" y="2722880"/>
            <a:ext cx="2590801" cy="3667760"/>
          </a:xfrm>
          <a:prstGeom prst="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220719" y="2722880"/>
            <a:ext cx="2590801" cy="3667760"/>
          </a:xfrm>
          <a:prstGeom prst="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126479" y="2722880"/>
            <a:ext cx="2590801" cy="3667760"/>
          </a:xfrm>
          <a:prstGeom prst="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/>
          <p:cNvSpPr/>
          <p:nvPr/>
        </p:nvSpPr>
        <p:spPr>
          <a:xfrm>
            <a:off x="1000759" y="2087880"/>
            <a:ext cx="1219200" cy="1270000"/>
          </a:xfrm>
          <a:prstGeom prst="diamond">
            <a:avLst/>
          </a:prstGeom>
          <a:solidFill>
            <a:schemeClr val="bg1"/>
          </a:solidFill>
          <a:ln w="76200">
            <a:solidFill>
              <a:srgbClr val="1A4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amond 13"/>
          <p:cNvSpPr/>
          <p:nvPr/>
        </p:nvSpPr>
        <p:spPr>
          <a:xfrm>
            <a:off x="3906519" y="2087880"/>
            <a:ext cx="1219200" cy="1270000"/>
          </a:xfrm>
          <a:prstGeom prst="diamond">
            <a:avLst/>
          </a:prstGeom>
          <a:solidFill>
            <a:schemeClr val="bg1"/>
          </a:solidFill>
          <a:ln w="76200">
            <a:solidFill>
              <a:srgbClr val="1A4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/>
          <p:cNvSpPr/>
          <p:nvPr/>
        </p:nvSpPr>
        <p:spPr>
          <a:xfrm>
            <a:off x="9718039" y="2087880"/>
            <a:ext cx="1219200" cy="1270000"/>
          </a:xfrm>
          <a:prstGeom prst="diamond">
            <a:avLst/>
          </a:prstGeom>
          <a:solidFill>
            <a:schemeClr val="bg1"/>
          </a:solidFill>
          <a:ln w="76200">
            <a:solidFill>
              <a:srgbClr val="1A4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iamond 15"/>
          <p:cNvSpPr/>
          <p:nvPr/>
        </p:nvSpPr>
        <p:spPr>
          <a:xfrm>
            <a:off x="6812279" y="2087880"/>
            <a:ext cx="1219200" cy="1270000"/>
          </a:xfrm>
          <a:prstGeom prst="diamond">
            <a:avLst/>
          </a:prstGeom>
          <a:solidFill>
            <a:schemeClr val="bg1"/>
          </a:solidFill>
          <a:ln w="76200">
            <a:solidFill>
              <a:srgbClr val="1A41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19" b="97763" l="0" r="97907">
                        <a14:foregroundMark x1="13140" y1="30201" x2="13140" y2="30201"/>
                        <a14:foregroundMark x1="71395" y1="17673" x2="71395" y2="17673"/>
                        <a14:foregroundMark x1="68605" y1="23378" x2="68605" y2="23378"/>
                        <a14:foregroundMark x1="83256" y1="22931" x2="83256" y2="22931"/>
                        <a14:foregroundMark x1="79419" y1="7830" x2="79419" y2="7830"/>
                        <a14:foregroundMark x1="75698" y1="13087" x2="75698" y2="13087"/>
                        <a14:foregroundMark x1="59186" y1="87584" x2="59186" y2="87584"/>
                        <a14:foregroundMark x1="74535" y1="83893" x2="74535" y2="83893"/>
                        <a14:foregroundMark x1="84186" y1="74720" x2="84186" y2="74720"/>
                        <a14:foregroundMark x1="90233" y1="62975" x2="90233" y2="62975"/>
                        <a14:foregroundMark x1="90814" y1="50112" x2="90814" y2="50112"/>
                        <a14:foregroundMark x1="89884" y1="37360" x2="89884" y2="37360"/>
                        <a14:foregroundMark x1="50116" y1="49888" x2="50116" y2="4988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94" y="2464257"/>
            <a:ext cx="497574" cy="51724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6239" y="3357880"/>
            <a:ext cx="2346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 smtClean="0">
                <a:solidFill>
                  <a:schemeClr val="bg1"/>
                </a:solidFill>
                <a:latin typeface="Franklin Gothic Heavy" panose="020B0903020102020204" pitchFamily="34" charset="0"/>
              </a:rPr>
              <a:t>Improve Learning Efficiency</a:t>
            </a:r>
            <a:endParaRPr lang="en-US" sz="2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44519" y="3357880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dirty="0" smtClean="0">
                <a:solidFill>
                  <a:schemeClr val="bg1"/>
                </a:solidFill>
                <a:latin typeface="Franklin Gothic Heavy" panose="020B0903020102020204" pitchFamily="34" charset="0"/>
              </a:rPr>
              <a:t>Helps Understand Complex Concepts</a:t>
            </a:r>
            <a:endParaRPr lang="en-US" sz="2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6168" y1="44565" x2="66168" y2="44565"/>
                        <a14:foregroundMark x1="77446" y1="50951" x2="77446" y2="50951"/>
                        <a14:foregroundMark x1="23234" y1="58424" x2="23234" y2="5842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762" y="2237154"/>
            <a:ext cx="971451" cy="97145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58750" y1="34375" x2="58750" y2="34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679" y="2326868"/>
            <a:ext cx="654635" cy="65463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8092" y1="70611" x2="48092" y2="70611"/>
                        <a14:foregroundMark x1="49237" y1="80916" x2="49237" y2="80916"/>
                        <a14:foregroundMark x1="45038" y1="62214" x2="45038" y2="62214"/>
                        <a14:foregroundMark x1="25573" y1="37405" x2="25573" y2="37405"/>
                        <a14:foregroundMark x1="28626" y1="29389" x2="28626" y2="29389"/>
                        <a14:foregroundMark x1="32824" y1="20611" x2="32824" y2="20611"/>
                        <a14:foregroundMark x1="40458" y1="16412" x2="40458" y2="16412"/>
                        <a14:foregroundMark x1="49618" y1="14885" x2="49618" y2="14885"/>
                        <a14:foregroundMark x1="58779" y1="17176" x2="58779" y2="17176"/>
                        <a14:foregroundMark x1="67176" y1="20611" x2="67176" y2="20611"/>
                        <a14:foregroundMark x1="71756" y1="29008" x2="71756" y2="29008"/>
                        <a14:foregroundMark x1="75191" y1="37405" x2="75191" y2="37405"/>
                        <a14:backgroundMark x1="37405" y1="41985" x2="37405" y2="41985"/>
                        <a14:backgroundMark x1="38168" y1="32443" x2="38168" y2="32443"/>
                        <a14:backgroundMark x1="45038" y1="53817" x2="45038" y2="53817"/>
                        <a14:backgroundMark x1="62595" y1="37405" x2="62595" y2="374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517" y="2179321"/>
            <a:ext cx="1090244" cy="109024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21773" y="3357879"/>
            <a:ext cx="23944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2000" dirty="0" smtClean="0">
                <a:solidFill>
                  <a:schemeClr val="bg1"/>
                </a:solidFill>
                <a:latin typeface="Franklin Gothic Heavy" panose="020B0903020102020204" pitchFamily="34" charset="0"/>
              </a:rPr>
              <a:t>Personalized Learning</a:t>
            </a:r>
            <a:endParaRPr lang="en-US" sz="2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30416" y="3357879"/>
            <a:ext cx="23944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2000" dirty="0" smtClean="0">
                <a:solidFill>
                  <a:schemeClr val="bg1"/>
                </a:solidFill>
                <a:latin typeface="Franklin Gothic Heavy" panose="020B0903020102020204" pitchFamily="34" charset="0"/>
              </a:rPr>
              <a:t>Help Ideas and Creativity</a:t>
            </a:r>
            <a:endParaRPr lang="en-US" sz="2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 rot="18941903">
            <a:off x="11270690" y="-373485"/>
            <a:ext cx="518232" cy="1053501"/>
          </a:xfrm>
          <a:prstGeom prst="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 rot="18941903">
            <a:off x="11001046" y="-715117"/>
            <a:ext cx="518232" cy="3321089"/>
          </a:xfrm>
          <a:prstGeom prst="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 rot="18980827">
            <a:off x="10053098" y="73620"/>
            <a:ext cx="583908" cy="2147789"/>
          </a:xfrm>
          <a:prstGeom prst="roundRect">
            <a:avLst/>
          </a:prstGeom>
          <a:solidFill>
            <a:srgbClr val="1A418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 flipH="1">
            <a:off x="469705" y="4100602"/>
            <a:ext cx="22813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can help search from various learning sources without having to search manually.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76891" y="4141521"/>
            <a:ext cx="2378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can provide analogies and illustrations until students understand.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24602" y="4165719"/>
            <a:ext cx="23926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can adapt the way students use it 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230362" y="4086140"/>
            <a:ext cx="23926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can help students get initial ideas and develop them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4685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19" grpId="0"/>
      <p:bldP spid="25" grpId="0"/>
      <p:bldP spid="26" grpId="0"/>
      <p:bldP spid="35" grpId="0"/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164123" y="-164123"/>
            <a:ext cx="12707815" cy="7526215"/>
          </a:xfrm>
          <a:prstGeom prst="rect">
            <a:avLst/>
          </a:prstGeom>
          <a:solidFill>
            <a:schemeClr val="tx2">
              <a:lumMod val="90000"/>
              <a:lumOff val="10000"/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608058" y="3125708"/>
            <a:ext cx="2396425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10536" y="3125582"/>
            <a:ext cx="2473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1.AI INTRODUCTION</a:t>
            </a:r>
            <a:endParaRPr lang="en-US" dirty="0">
              <a:solidFill>
                <a:schemeClr val="bg1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080376" y="4591726"/>
            <a:ext cx="3286748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8091676" y="4597523"/>
            <a:ext cx="3281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4.DON’T HAVE ANY SKILLS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69543" y="3125582"/>
            <a:ext cx="2396425" cy="36933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/>
          <p:cNvSpPr/>
          <p:nvPr/>
        </p:nvSpPr>
        <p:spPr>
          <a:xfrm>
            <a:off x="3039566" y="4595488"/>
            <a:ext cx="2619366" cy="38995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5"/>
          <p:cNvSpPr/>
          <p:nvPr/>
        </p:nvSpPr>
        <p:spPr>
          <a:xfrm rot="2556097">
            <a:off x="7649198" y="2926462"/>
            <a:ext cx="719680" cy="2463136"/>
          </a:xfrm>
          <a:custGeom>
            <a:avLst/>
            <a:gdLst>
              <a:gd name="connsiteX0" fmla="*/ 0 w 718698"/>
              <a:gd name="connsiteY0" fmla="*/ 123566 h 2463136"/>
              <a:gd name="connsiteX1" fmla="*/ 123566 w 718698"/>
              <a:gd name="connsiteY1" fmla="*/ 0 h 2463136"/>
              <a:gd name="connsiteX2" fmla="*/ 595132 w 718698"/>
              <a:gd name="connsiteY2" fmla="*/ 0 h 2463136"/>
              <a:gd name="connsiteX3" fmla="*/ 718698 w 718698"/>
              <a:gd name="connsiteY3" fmla="*/ 123566 h 2463136"/>
              <a:gd name="connsiteX4" fmla="*/ 718698 w 718698"/>
              <a:gd name="connsiteY4" fmla="*/ 2339570 h 2463136"/>
              <a:gd name="connsiteX5" fmla="*/ 595132 w 718698"/>
              <a:gd name="connsiteY5" fmla="*/ 2463136 h 2463136"/>
              <a:gd name="connsiteX6" fmla="*/ 123566 w 718698"/>
              <a:gd name="connsiteY6" fmla="*/ 2463136 h 2463136"/>
              <a:gd name="connsiteX7" fmla="*/ 0 w 718698"/>
              <a:gd name="connsiteY7" fmla="*/ 2339570 h 2463136"/>
              <a:gd name="connsiteX8" fmla="*/ 0 w 718698"/>
              <a:gd name="connsiteY8" fmla="*/ 123566 h 2463136"/>
              <a:gd name="connsiteX0" fmla="*/ 41 w 718739"/>
              <a:gd name="connsiteY0" fmla="*/ 123566 h 2463136"/>
              <a:gd name="connsiteX1" fmla="*/ 123607 w 718739"/>
              <a:gd name="connsiteY1" fmla="*/ 0 h 2463136"/>
              <a:gd name="connsiteX2" fmla="*/ 595173 w 718739"/>
              <a:gd name="connsiteY2" fmla="*/ 0 h 2463136"/>
              <a:gd name="connsiteX3" fmla="*/ 718739 w 718739"/>
              <a:gd name="connsiteY3" fmla="*/ 123566 h 2463136"/>
              <a:gd name="connsiteX4" fmla="*/ 718739 w 718739"/>
              <a:gd name="connsiteY4" fmla="*/ 2339570 h 2463136"/>
              <a:gd name="connsiteX5" fmla="*/ 595173 w 718739"/>
              <a:gd name="connsiteY5" fmla="*/ 2463136 h 2463136"/>
              <a:gd name="connsiteX6" fmla="*/ 123607 w 718739"/>
              <a:gd name="connsiteY6" fmla="*/ 2463136 h 2463136"/>
              <a:gd name="connsiteX7" fmla="*/ 41 w 718739"/>
              <a:gd name="connsiteY7" fmla="*/ 2339570 h 2463136"/>
              <a:gd name="connsiteX8" fmla="*/ 199556 w 718739"/>
              <a:gd name="connsiteY8" fmla="*/ 1113878 h 2463136"/>
              <a:gd name="connsiteX9" fmla="*/ 41 w 718739"/>
              <a:gd name="connsiteY9" fmla="*/ 123566 h 2463136"/>
              <a:gd name="connsiteX0" fmla="*/ 41 w 718739"/>
              <a:gd name="connsiteY0" fmla="*/ 123566 h 2463136"/>
              <a:gd name="connsiteX1" fmla="*/ 123607 w 718739"/>
              <a:gd name="connsiteY1" fmla="*/ 0 h 2463136"/>
              <a:gd name="connsiteX2" fmla="*/ 595173 w 718739"/>
              <a:gd name="connsiteY2" fmla="*/ 0 h 2463136"/>
              <a:gd name="connsiteX3" fmla="*/ 718739 w 718739"/>
              <a:gd name="connsiteY3" fmla="*/ 123566 h 2463136"/>
              <a:gd name="connsiteX4" fmla="*/ 486072 w 718739"/>
              <a:gd name="connsiteY4" fmla="*/ 1140259 h 2463136"/>
              <a:gd name="connsiteX5" fmla="*/ 718739 w 718739"/>
              <a:gd name="connsiteY5" fmla="*/ 2339570 h 2463136"/>
              <a:gd name="connsiteX6" fmla="*/ 595173 w 718739"/>
              <a:gd name="connsiteY6" fmla="*/ 2463136 h 2463136"/>
              <a:gd name="connsiteX7" fmla="*/ 123607 w 718739"/>
              <a:gd name="connsiteY7" fmla="*/ 2463136 h 2463136"/>
              <a:gd name="connsiteX8" fmla="*/ 41 w 718739"/>
              <a:gd name="connsiteY8" fmla="*/ 2339570 h 2463136"/>
              <a:gd name="connsiteX9" fmla="*/ 199556 w 718739"/>
              <a:gd name="connsiteY9" fmla="*/ 1113878 h 2463136"/>
              <a:gd name="connsiteX10" fmla="*/ 41 w 718739"/>
              <a:gd name="connsiteY10" fmla="*/ 123566 h 2463136"/>
              <a:gd name="connsiteX0" fmla="*/ 47 w 718745"/>
              <a:gd name="connsiteY0" fmla="*/ 123566 h 2463136"/>
              <a:gd name="connsiteX1" fmla="*/ 123613 w 718745"/>
              <a:gd name="connsiteY1" fmla="*/ 0 h 2463136"/>
              <a:gd name="connsiteX2" fmla="*/ 595179 w 718745"/>
              <a:gd name="connsiteY2" fmla="*/ 0 h 2463136"/>
              <a:gd name="connsiteX3" fmla="*/ 718745 w 718745"/>
              <a:gd name="connsiteY3" fmla="*/ 123566 h 2463136"/>
              <a:gd name="connsiteX4" fmla="*/ 486078 w 718745"/>
              <a:gd name="connsiteY4" fmla="*/ 1140259 h 2463136"/>
              <a:gd name="connsiteX5" fmla="*/ 718745 w 718745"/>
              <a:gd name="connsiteY5" fmla="*/ 2339570 h 2463136"/>
              <a:gd name="connsiteX6" fmla="*/ 595179 w 718745"/>
              <a:gd name="connsiteY6" fmla="*/ 2463136 h 2463136"/>
              <a:gd name="connsiteX7" fmla="*/ 123613 w 718745"/>
              <a:gd name="connsiteY7" fmla="*/ 2463136 h 2463136"/>
              <a:gd name="connsiteX8" fmla="*/ 47 w 718745"/>
              <a:gd name="connsiteY8" fmla="*/ 2339570 h 2463136"/>
              <a:gd name="connsiteX9" fmla="*/ 170850 w 718745"/>
              <a:gd name="connsiteY9" fmla="*/ 1112676 h 2463136"/>
              <a:gd name="connsiteX10" fmla="*/ 47 w 718745"/>
              <a:gd name="connsiteY10" fmla="*/ 123566 h 2463136"/>
              <a:gd name="connsiteX0" fmla="*/ 211 w 718909"/>
              <a:gd name="connsiteY0" fmla="*/ 123566 h 2463136"/>
              <a:gd name="connsiteX1" fmla="*/ 123777 w 718909"/>
              <a:gd name="connsiteY1" fmla="*/ 0 h 2463136"/>
              <a:gd name="connsiteX2" fmla="*/ 595343 w 718909"/>
              <a:gd name="connsiteY2" fmla="*/ 0 h 2463136"/>
              <a:gd name="connsiteX3" fmla="*/ 718909 w 718909"/>
              <a:gd name="connsiteY3" fmla="*/ 123566 h 2463136"/>
              <a:gd name="connsiteX4" fmla="*/ 486242 w 718909"/>
              <a:gd name="connsiteY4" fmla="*/ 1140259 h 2463136"/>
              <a:gd name="connsiteX5" fmla="*/ 718909 w 718909"/>
              <a:gd name="connsiteY5" fmla="*/ 2339570 h 2463136"/>
              <a:gd name="connsiteX6" fmla="*/ 595343 w 718909"/>
              <a:gd name="connsiteY6" fmla="*/ 2463136 h 2463136"/>
              <a:gd name="connsiteX7" fmla="*/ 123777 w 718909"/>
              <a:gd name="connsiteY7" fmla="*/ 2463136 h 2463136"/>
              <a:gd name="connsiteX8" fmla="*/ 211 w 718909"/>
              <a:gd name="connsiteY8" fmla="*/ 2339570 h 2463136"/>
              <a:gd name="connsiteX9" fmla="*/ 158914 w 718909"/>
              <a:gd name="connsiteY9" fmla="*/ 1744933 h 2463136"/>
              <a:gd name="connsiteX10" fmla="*/ 171014 w 718909"/>
              <a:gd name="connsiteY10" fmla="*/ 1112676 h 2463136"/>
              <a:gd name="connsiteX11" fmla="*/ 211 w 718909"/>
              <a:gd name="connsiteY11" fmla="*/ 123566 h 2463136"/>
              <a:gd name="connsiteX0" fmla="*/ 211 w 718909"/>
              <a:gd name="connsiteY0" fmla="*/ 123566 h 2463136"/>
              <a:gd name="connsiteX1" fmla="*/ 123777 w 718909"/>
              <a:gd name="connsiteY1" fmla="*/ 0 h 2463136"/>
              <a:gd name="connsiteX2" fmla="*/ 595343 w 718909"/>
              <a:gd name="connsiteY2" fmla="*/ 0 h 2463136"/>
              <a:gd name="connsiteX3" fmla="*/ 718909 w 718909"/>
              <a:gd name="connsiteY3" fmla="*/ 123566 h 2463136"/>
              <a:gd name="connsiteX4" fmla="*/ 486242 w 718909"/>
              <a:gd name="connsiteY4" fmla="*/ 1140259 h 2463136"/>
              <a:gd name="connsiteX5" fmla="*/ 540246 w 718909"/>
              <a:gd name="connsiteY5" fmla="*/ 1739334 h 2463136"/>
              <a:gd name="connsiteX6" fmla="*/ 718909 w 718909"/>
              <a:gd name="connsiteY6" fmla="*/ 2339570 h 2463136"/>
              <a:gd name="connsiteX7" fmla="*/ 595343 w 718909"/>
              <a:gd name="connsiteY7" fmla="*/ 2463136 h 2463136"/>
              <a:gd name="connsiteX8" fmla="*/ 123777 w 718909"/>
              <a:gd name="connsiteY8" fmla="*/ 2463136 h 2463136"/>
              <a:gd name="connsiteX9" fmla="*/ 211 w 718909"/>
              <a:gd name="connsiteY9" fmla="*/ 2339570 h 2463136"/>
              <a:gd name="connsiteX10" fmla="*/ 158914 w 718909"/>
              <a:gd name="connsiteY10" fmla="*/ 1744933 h 2463136"/>
              <a:gd name="connsiteX11" fmla="*/ 171014 w 718909"/>
              <a:gd name="connsiteY11" fmla="*/ 1112676 h 2463136"/>
              <a:gd name="connsiteX12" fmla="*/ 211 w 718909"/>
              <a:gd name="connsiteY12" fmla="*/ 123566 h 2463136"/>
              <a:gd name="connsiteX0" fmla="*/ 211 w 719097"/>
              <a:gd name="connsiteY0" fmla="*/ 123566 h 2463136"/>
              <a:gd name="connsiteX1" fmla="*/ 123777 w 719097"/>
              <a:gd name="connsiteY1" fmla="*/ 0 h 2463136"/>
              <a:gd name="connsiteX2" fmla="*/ 595343 w 719097"/>
              <a:gd name="connsiteY2" fmla="*/ 0 h 2463136"/>
              <a:gd name="connsiteX3" fmla="*/ 718909 w 719097"/>
              <a:gd name="connsiteY3" fmla="*/ 123566 h 2463136"/>
              <a:gd name="connsiteX4" fmla="*/ 532729 w 719097"/>
              <a:gd name="connsiteY4" fmla="*/ 545395 h 2463136"/>
              <a:gd name="connsiteX5" fmla="*/ 486242 w 719097"/>
              <a:gd name="connsiteY5" fmla="*/ 1140259 h 2463136"/>
              <a:gd name="connsiteX6" fmla="*/ 540246 w 719097"/>
              <a:gd name="connsiteY6" fmla="*/ 1739334 h 2463136"/>
              <a:gd name="connsiteX7" fmla="*/ 718909 w 719097"/>
              <a:gd name="connsiteY7" fmla="*/ 2339570 h 2463136"/>
              <a:gd name="connsiteX8" fmla="*/ 595343 w 719097"/>
              <a:gd name="connsiteY8" fmla="*/ 2463136 h 2463136"/>
              <a:gd name="connsiteX9" fmla="*/ 123777 w 719097"/>
              <a:gd name="connsiteY9" fmla="*/ 2463136 h 2463136"/>
              <a:gd name="connsiteX10" fmla="*/ 211 w 719097"/>
              <a:gd name="connsiteY10" fmla="*/ 2339570 h 2463136"/>
              <a:gd name="connsiteX11" fmla="*/ 158914 w 719097"/>
              <a:gd name="connsiteY11" fmla="*/ 1744933 h 2463136"/>
              <a:gd name="connsiteX12" fmla="*/ 171014 w 719097"/>
              <a:gd name="connsiteY12" fmla="*/ 1112676 h 2463136"/>
              <a:gd name="connsiteX13" fmla="*/ 211 w 719097"/>
              <a:gd name="connsiteY13" fmla="*/ 123566 h 2463136"/>
              <a:gd name="connsiteX0" fmla="*/ 553 w 719439"/>
              <a:gd name="connsiteY0" fmla="*/ 123566 h 2463136"/>
              <a:gd name="connsiteX1" fmla="*/ 124119 w 719439"/>
              <a:gd name="connsiteY1" fmla="*/ 0 h 2463136"/>
              <a:gd name="connsiteX2" fmla="*/ 595685 w 719439"/>
              <a:gd name="connsiteY2" fmla="*/ 0 h 2463136"/>
              <a:gd name="connsiteX3" fmla="*/ 719251 w 719439"/>
              <a:gd name="connsiteY3" fmla="*/ 123566 h 2463136"/>
              <a:gd name="connsiteX4" fmla="*/ 533071 w 719439"/>
              <a:gd name="connsiteY4" fmla="*/ 545395 h 2463136"/>
              <a:gd name="connsiteX5" fmla="*/ 486584 w 719439"/>
              <a:gd name="connsiteY5" fmla="*/ 1140259 h 2463136"/>
              <a:gd name="connsiteX6" fmla="*/ 540588 w 719439"/>
              <a:gd name="connsiteY6" fmla="*/ 1739334 h 2463136"/>
              <a:gd name="connsiteX7" fmla="*/ 719251 w 719439"/>
              <a:gd name="connsiteY7" fmla="*/ 2339570 h 2463136"/>
              <a:gd name="connsiteX8" fmla="*/ 595685 w 719439"/>
              <a:gd name="connsiteY8" fmla="*/ 2463136 h 2463136"/>
              <a:gd name="connsiteX9" fmla="*/ 124119 w 719439"/>
              <a:gd name="connsiteY9" fmla="*/ 2463136 h 2463136"/>
              <a:gd name="connsiteX10" fmla="*/ 553 w 719439"/>
              <a:gd name="connsiteY10" fmla="*/ 2339570 h 2463136"/>
              <a:gd name="connsiteX11" fmla="*/ 159256 w 719439"/>
              <a:gd name="connsiteY11" fmla="*/ 1744933 h 2463136"/>
              <a:gd name="connsiteX12" fmla="*/ 171356 w 719439"/>
              <a:gd name="connsiteY12" fmla="*/ 1112676 h 2463136"/>
              <a:gd name="connsiteX13" fmla="*/ 128101 w 719439"/>
              <a:gd name="connsiteY13" fmla="*/ 600338 h 2463136"/>
              <a:gd name="connsiteX14" fmla="*/ 553 w 719439"/>
              <a:gd name="connsiteY14" fmla="*/ 123566 h 2463136"/>
              <a:gd name="connsiteX0" fmla="*/ 553 w 719439"/>
              <a:gd name="connsiteY0" fmla="*/ 123566 h 2463136"/>
              <a:gd name="connsiteX1" fmla="*/ 124119 w 719439"/>
              <a:gd name="connsiteY1" fmla="*/ 0 h 2463136"/>
              <a:gd name="connsiteX2" fmla="*/ 595685 w 719439"/>
              <a:gd name="connsiteY2" fmla="*/ 0 h 2463136"/>
              <a:gd name="connsiteX3" fmla="*/ 719251 w 719439"/>
              <a:gd name="connsiteY3" fmla="*/ 123566 h 2463136"/>
              <a:gd name="connsiteX4" fmla="*/ 533071 w 719439"/>
              <a:gd name="connsiteY4" fmla="*/ 545395 h 2463136"/>
              <a:gd name="connsiteX5" fmla="*/ 486584 w 719439"/>
              <a:gd name="connsiteY5" fmla="*/ 1140259 h 2463136"/>
              <a:gd name="connsiteX6" fmla="*/ 540588 w 719439"/>
              <a:gd name="connsiteY6" fmla="*/ 1739334 h 2463136"/>
              <a:gd name="connsiteX7" fmla="*/ 719251 w 719439"/>
              <a:gd name="connsiteY7" fmla="*/ 2339570 h 2463136"/>
              <a:gd name="connsiteX8" fmla="*/ 595685 w 719439"/>
              <a:gd name="connsiteY8" fmla="*/ 2463136 h 2463136"/>
              <a:gd name="connsiteX9" fmla="*/ 124119 w 719439"/>
              <a:gd name="connsiteY9" fmla="*/ 2463136 h 2463136"/>
              <a:gd name="connsiteX10" fmla="*/ 553 w 719439"/>
              <a:gd name="connsiteY10" fmla="*/ 2339570 h 2463136"/>
              <a:gd name="connsiteX11" fmla="*/ 159256 w 719439"/>
              <a:gd name="connsiteY11" fmla="*/ 1744933 h 2463136"/>
              <a:gd name="connsiteX12" fmla="*/ 157001 w 719439"/>
              <a:gd name="connsiteY12" fmla="*/ 1112075 h 2463136"/>
              <a:gd name="connsiteX13" fmla="*/ 128101 w 719439"/>
              <a:gd name="connsiteY13" fmla="*/ 600338 h 2463136"/>
              <a:gd name="connsiteX14" fmla="*/ 553 w 719439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40829 w 719680"/>
              <a:gd name="connsiteY6" fmla="*/ 1739334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59497 w 719680"/>
              <a:gd name="connsiteY11" fmla="*/ 1744933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40829 w 719680"/>
              <a:gd name="connsiteY6" fmla="*/ 1739334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14625 w 719680"/>
              <a:gd name="connsiteY11" fmla="*/ 1786196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83897 w 719680"/>
              <a:gd name="connsiteY6" fmla="*/ 1741137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14625 w 719680"/>
              <a:gd name="connsiteY11" fmla="*/ 1786196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19680" h="2463136">
                <a:moveTo>
                  <a:pt x="794" y="123566"/>
                </a:moveTo>
                <a:cubicBezTo>
                  <a:pt x="794" y="55322"/>
                  <a:pt x="56116" y="0"/>
                  <a:pt x="124360" y="0"/>
                </a:cubicBezTo>
                <a:lnTo>
                  <a:pt x="595926" y="0"/>
                </a:lnTo>
                <a:cubicBezTo>
                  <a:pt x="664170" y="0"/>
                  <a:pt x="719492" y="55322"/>
                  <a:pt x="719492" y="123566"/>
                </a:cubicBezTo>
                <a:cubicBezTo>
                  <a:pt x="725805" y="215167"/>
                  <a:pt x="572090" y="375946"/>
                  <a:pt x="533312" y="545395"/>
                </a:cubicBezTo>
                <a:cubicBezTo>
                  <a:pt x="494534" y="714844"/>
                  <a:pt x="502320" y="941971"/>
                  <a:pt x="486825" y="1140259"/>
                </a:cubicBezTo>
                <a:cubicBezTo>
                  <a:pt x="528753" y="1340953"/>
                  <a:pt x="541969" y="1540443"/>
                  <a:pt x="583897" y="1741137"/>
                </a:cubicBezTo>
                <a:lnTo>
                  <a:pt x="719492" y="2339570"/>
                </a:lnTo>
                <a:cubicBezTo>
                  <a:pt x="719492" y="2407814"/>
                  <a:pt x="664170" y="2463136"/>
                  <a:pt x="595926" y="2463136"/>
                </a:cubicBezTo>
                <a:lnTo>
                  <a:pt x="124360" y="2463136"/>
                </a:lnTo>
                <a:cubicBezTo>
                  <a:pt x="56116" y="2463136"/>
                  <a:pt x="794" y="2407814"/>
                  <a:pt x="794" y="2339570"/>
                </a:cubicBezTo>
                <a:cubicBezTo>
                  <a:pt x="-5513" y="2224154"/>
                  <a:pt x="86158" y="1990678"/>
                  <a:pt x="114625" y="1786196"/>
                </a:cubicBezTo>
                <a:cubicBezTo>
                  <a:pt x="143092" y="1581714"/>
                  <a:pt x="172306" y="1296064"/>
                  <a:pt x="157242" y="1112075"/>
                </a:cubicBezTo>
                <a:cubicBezTo>
                  <a:pt x="142178" y="928086"/>
                  <a:pt x="121821" y="742152"/>
                  <a:pt x="93354" y="577300"/>
                </a:cubicBezTo>
                <a:cubicBezTo>
                  <a:pt x="64887" y="412448"/>
                  <a:pt x="-8414" y="230399"/>
                  <a:pt x="794" y="123566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lumOff val="25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5"/>
          <p:cNvSpPr/>
          <p:nvPr/>
        </p:nvSpPr>
        <p:spPr>
          <a:xfrm rot="19089711">
            <a:off x="5186624" y="2933939"/>
            <a:ext cx="719680" cy="2463136"/>
          </a:xfrm>
          <a:custGeom>
            <a:avLst/>
            <a:gdLst>
              <a:gd name="connsiteX0" fmla="*/ 0 w 718698"/>
              <a:gd name="connsiteY0" fmla="*/ 123566 h 2463136"/>
              <a:gd name="connsiteX1" fmla="*/ 123566 w 718698"/>
              <a:gd name="connsiteY1" fmla="*/ 0 h 2463136"/>
              <a:gd name="connsiteX2" fmla="*/ 595132 w 718698"/>
              <a:gd name="connsiteY2" fmla="*/ 0 h 2463136"/>
              <a:gd name="connsiteX3" fmla="*/ 718698 w 718698"/>
              <a:gd name="connsiteY3" fmla="*/ 123566 h 2463136"/>
              <a:gd name="connsiteX4" fmla="*/ 718698 w 718698"/>
              <a:gd name="connsiteY4" fmla="*/ 2339570 h 2463136"/>
              <a:gd name="connsiteX5" fmla="*/ 595132 w 718698"/>
              <a:gd name="connsiteY5" fmla="*/ 2463136 h 2463136"/>
              <a:gd name="connsiteX6" fmla="*/ 123566 w 718698"/>
              <a:gd name="connsiteY6" fmla="*/ 2463136 h 2463136"/>
              <a:gd name="connsiteX7" fmla="*/ 0 w 718698"/>
              <a:gd name="connsiteY7" fmla="*/ 2339570 h 2463136"/>
              <a:gd name="connsiteX8" fmla="*/ 0 w 718698"/>
              <a:gd name="connsiteY8" fmla="*/ 123566 h 2463136"/>
              <a:gd name="connsiteX0" fmla="*/ 41 w 718739"/>
              <a:gd name="connsiteY0" fmla="*/ 123566 h 2463136"/>
              <a:gd name="connsiteX1" fmla="*/ 123607 w 718739"/>
              <a:gd name="connsiteY1" fmla="*/ 0 h 2463136"/>
              <a:gd name="connsiteX2" fmla="*/ 595173 w 718739"/>
              <a:gd name="connsiteY2" fmla="*/ 0 h 2463136"/>
              <a:gd name="connsiteX3" fmla="*/ 718739 w 718739"/>
              <a:gd name="connsiteY3" fmla="*/ 123566 h 2463136"/>
              <a:gd name="connsiteX4" fmla="*/ 718739 w 718739"/>
              <a:gd name="connsiteY4" fmla="*/ 2339570 h 2463136"/>
              <a:gd name="connsiteX5" fmla="*/ 595173 w 718739"/>
              <a:gd name="connsiteY5" fmla="*/ 2463136 h 2463136"/>
              <a:gd name="connsiteX6" fmla="*/ 123607 w 718739"/>
              <a:gd name="connsiteY6" fmla="*/ 2463136 h 2463136"/>
              <a:gd name="connsiteX7" fmla="*/ 41 w 718739"/>
              <a:gd name="connsiteY7" fmla="*/ 2339570 h 2463136"/>
              <a:gd name="connsiteX8" fmla="*/ 199556 w 718739"/>
              <a:gd name="connsiteY8" fmla="*/ 1113878 h 2463136"/>
              <a:gd name="connsiteX9" fmla="*/ 41 w 718739"/>
              <a:gd name="connsiteY9" fmla="*/ 123566 h 2463136"/>
              <a:gd name="connsiteX0" fmla="*/ 41 w 718739"/>
              <a:gd name="connsiteY0" fmla="*/ 123566 h 2463136"/>
              <a:gd name="connsiteX1" fmla="*/ 123607 w 718739"/>
              <a:gd name="connsiteY1" fmla="*/ 0 h 2463136"/>
              <a:gd name="connsiteX2" fmla="*/ 595173 w 718739"/>
              <a:gd name="connsiteY2" fmla="*/ 0 h 2463136"/>
              <a:gd name="connsiteX3" fmla="*/ 718739 w 718739"/>
              <a:gd name="connsiteY3" fmla="*/ 123566 h 2463136"/>
              <a:gd name="connsiteX4" fmla="*/ 486072 w 718739"/>
              <a:gd name="connsiteY4" fmla="*/ 1140259 h 2463136"/>
              <a:gd name="connsiteX5" fmla="*/ 718739 w 718739"/>
              <a:gd name="connsiteY5" fmla="*/ 2339570 h 2463136"/>
              <a:gd name="connsiteX6" fmla="*/ 595173 w 718739"/>
              <a:gd name="connsiteY6" fmla="*/ 2463136 h 2463136"/>
              <a:gd name="connsiteX7" fmla="*/ 123607 w 718739"/>
              <a:gd name="connsiteY7" fmla="*/ 2463136 h 2463136"/>
              <a:gd name="connsiteX8" fmla="*/ 41 w 718739"/>
              <a:gd name="connsiteY8" fmla="*/ 2339570 h 2463136"/>
              <a:gd name="connsiteX9" fmla="*/ 199556 w 718739"/>
              <a:gd name="connsiteY9" fmla="*/ 1113878 h 2463136"/>
              <a:gd name="connsiteX10" fmla="*/ 41 w 718739"/>
              <a:gd name="connsiteY10" fmla="*/ 123566 h 2463136"/>
              <a:gd name="connsiteX0" fmla="*/ 47 w 718745"/>
              <a:gd name="connsiteY0" fmla="*/ 123566 h 2463136"/>
              <a:gd name="connsiteX1" fmla="*/ 123613 w 718745"/>
              <a:gd name="connsiteY1" fmla="*/ 0 h 2463136"/>
              <a:gd name="connsiteX2" fmla="*/ 595179 w 718745"/>
              <a:gd name="connsiteY2" fmla="*/ 0 h 2463136"/>
              <a:gd name="connsiteX3" fmla="*/ 718745 w 718745"/>
              <a:gd name="connsiteY3" fmla="*/ 123566 h 2463136"/>
              <a:gd name="connsiteX4" fmla="*/ 486078 w 718745"/>
              <a:gd name="connsiteY4" fmla="*/ 1140259 h 2463136"/>
              <a:gd name="connsiteX5" fmla="*/ 718745 w 718745"/>
              <a:gd name="connsiteY5" fmla="*/ 2339570 h 2463136"/>
              <a:gd name="connsiteX6" fmla="*/ 595179 w 718745"/>
              <a:gd name="connsiteY6" fmla="*/ 2463136 h 2463136"/>
              <a:gd name="connsiteX7" fmla="*/ 123613 w 718745"/>
              <a:gd name="connsiteY7" fmla="*/ 2463136 h 2463136"/>
              <a:gd name="connsiteX8" fmla="*/ 47 w 718745"/>
              <a:gd name="connsiteY8" fmla="*/ 2339570 h 2463136"/>
              <a:gd name="connsiteX9" fmla="*/ 170850 w 718745"/>
              <a:gd name="connsiteY9" fmla="*/ 1112676 h 2463136"/>
              <a:gd name="connsiteX10" fmla="*/ 47 w 718745"/>
              <a:gd name="connsiteY10" fmla="*/ 123566 h 2463136"/>
              <a:gd name="connsiteX0" fmla="*/ 211 w 718909"/>
              <a:gd name="connsiteY0" fmla="*/ 123566 h 2463136"/>
              <a:gd name="connsiteX1" fmla="*/ 123777 w 718909"/>
              <a:gd name="connsiteY1" fmla="*/ 0 h 2463136"/>
              <a:gd name="connsiteX2" fmla="*/ 595343 w 718909"/>
              <a:gd name="connsiteY2" fmla="*/ 0 h 2463136"/>
              <a:gd name="connsiteX3" fmla="*/ 718909 w 718909"/>
              <a:gd name="connsiteY3" fmla="*/ 123566 h 2463136"/>
              <a:gd name="connsiteX4" fmla="*/ 486242 w 718909"/>
              <a:gd name="connsiteY4" fmla="*/ 1140259 h 2463136"/>
              <a:gd name="connsiteX5" fmla="*/ 718909 w 718909"/>
              <a:gd name="connsiteY5" fmla="*/ 2339570 h 2463136"/>
              <a:gd name="connsiteX6" fmla="*/ 595343 w 718909"/>
              <a:gd name="connsiteY6" fmla="*/ 2463136 h 2463136"/>
              <a:gd name="connsiteX7" fmla="*/ 123777 w 718909"/>
              <a:gd name="connsiteY7" fmla="*/ 2463136 h 2463136"/>
              <a:gd name="connsiteX8" fmla="*/ 211 w 718909"/>
              <a:gd name="connsiteY8" fmla="*/ 2339570 h 2463136"/>
              <a:gd name="connsiteX9" fmla="*/ 158914 w 718909"/>
              <a:gd name="connsiteY9" fmla="*/ 1744933 h 2463136"/>
              <a:gd name="connsiteX10" fmla="*/ 171014 w 718909"/>
              <a:gd name="connsiteY10" fmla="*/ 1112676 h 2463136"/>
              <a:gd name="connsiteX11" fmla="*/ 211 w 718909"/>
              <a:gd name="connsiteY11" fmla="*/ 123566 h 2463136"/>
              <a:gd name="connsiteX0" fmla="*/ 211 w 718909"/>
              <a:gd name="connsiteY0" fmla="*/ 123566 h 2463136"/>
              <a:gd name="connsiteX1" fmla="*/ 123777 w 718909"/>
              <a:gd name="connsiteY1" fmla="*/ 0 h 2463136"/>
              <a:gd name="connsiteX2" fmla="*/ 595343 w 718909"/>
              <a:gd name="connsiteY2" fmla="*/ 0 h 2463136"/>
              <a:gd name="connsiteX3" fmla="*/ 718909 w 718909"/>
              <a:gd name="connsiteY3" fmla="*/ 123566 h 2463136"/>
              <a:gd name="connsiteX4" fmla="*/ 486242 w 718909"/>
              <a:gd name="connsiteY4" fmla="*/ 1140259 h 2463136"/>
              <a:gd name="connsiteX5" fmla="*/ 540246 w 718909"/>
              <a:gd name="connsiteY5" fmla="*/ 1739334 h 2463136"/>
              <a:gd name="connsiteX6" fmla="*/ 718909 w 718909"/>
              <a:gd name="connsiteY6" fmla="*/ 2339570 h 2463136"/>
              <a:gd name="connsiteX7" fmla="*/ 595343 w 718909"/>
              <a:gd name="connsiteY7" fmla="*/ 2463136 h 2463136"/>
              <a:gd name="connsiteX8" fmla="*/ 123777 w 718909"/>
              <a:gd name="connsiteY8" fmla="*/ 2463136 h 2463136"/>
              <a:gd name="connsiteX9" fmla="*/ 211 w 718909"/>
              <a:gd name="connsiteY9" fmla="*/ 2339570 h 2463136"/>
              <a:gd name="connsiteX10" fmla="*/ 158914 w 718909"/>
              <a:gd name="connsiteY10" fmla="*/ 1744933 h 2463136"/>
              <a:gd name="connsiteX11" fmla="*/ 171014 w 718909"/>
              <a:gd name="connsiteY11" fmla="*/ 1112676 h 2463136"/>
              <a:gd name="connsiteX12" fmla="*/ 211 w 718909"/>
              <a:gd name="connsiteY12" fmla="*/ 123566 h 2463136"/>
              <a:gd name="connsiteX0" fmla="*/ 211 w 719097"/>
              <a:gd name="connsiteY0" fmla="*/ 123566 h 2463136"/>
              <a:gd name="connsiteX1" fmla="*/ 123777 w 719097"/>
              <a:gd name="connsiteY1" fmla="*/ 0 h 2463136"/>
              <a:gd name="connsiteX2" fmla="*/ 595343 w 719097"/>
              <a:gd name="connsiteY2" fmla="*/ 0 h 2463136"/>
              <a:gd name="connsiteX3" fmla="*/ 718909 w 719097"/>
              <a:gd name="connsiteY3" fmla="*/ 123566 h 2463136"/>
              <a:gd name="connsiteX4" fmla="*/ 532729 w 719097"/>
              <a:gd name="connsiteY4" fmla="*/ 545395 h 2463136"/>
              <a:gd name="connsiteX5" fmla="*/ 486242 w 719097"/>
              <a:gd name="connsiteY5" fmla="*/ 1140259 h 2463136"/>
              <a:gd name="connsiteX6" fmla="*/ 540246 w 719097"/>
              <a:gd name="connsiteY6" fmla="*/ 1739334 h 2463136"/>
              <a:gd name="connsiteX7" fmla="*/ 718909 w 719097"/>
              <a:gd name="connsiteY7" fmla="*/ 2339570 h 2463136"/>
              <a:gd name="connsiteX8" fmla="*/ 595343 w 719097"/>
              <a:gd name="connsiteY8" fmla="*/ 2463136 h 2463136"/>
              <a:gd name="connsiteX9" fmla="*/ 123777 w 719097"/>
              <a:gd name="connsiteY9" fmla="*/ 2463136 h 2463136"/>
              <a:gd name="connsiteX10" fmla="*/ 211 w 719097"/>
              <a:gd name="connsiteY10" fmla="*/ 2339570 h 2463136"/>
              <a:gd name="connsiteX11" fmla="*/ 158914 w 719097"/>
              <a:gd name="connsiteY11" fmla="*/ 1744933 h 2463136"/>
              <a:gd name="connsiteX12" fmla="*/ 171014 w 719097"/>
              <a:gd name="connsiteY12" fmla="*/ 1112676 h 2463136"/>
              <a:gd name="connsiteX13" fmla="*/ 211 w 719097"/>
              <a:gd name="connsiteY13" fmla="*/ 123566 h 2463136"/>
              <a:gd name="connsiteX0" fmla="*/ 553 w 719439"/>
              <a:gd name="connsiteY0" fmla="*/ 123566 h 2463136"/>
              <a:gd name="connsiteX1" fmla="*/ 124119 w 719439"/>
              <a:gd name="connsiteY1" fmla="*/ 0 h 2463136"/>
              <a:gd name="connsiteX2" fmla="*/ 595685 w 719439"/>
              <a:gd name="connsiteY2" fmla="*/ 0 h 2463136"/>
              <a:gd name="connsiteX3" fmla="*/ 719251 w 719439"/>
              <a:gd name="connsiteY3" fmla="*/ 123566 h 2463136"/>
              <a:gd name="connsiteX4" fmla="*/ 533071 w 719439"/>
              <a:gd name="connsiteY4" fmla="*/ 545395 h 2463136"/>
              <a:gd name="connsiteX5" fmla="*/ 486584 w 719439"/>
              <a:gd name="connsiteY5" fmla="*/ 1140259 h 2463136"/>
              <a:gd name="connsiteX6" fmla="*/ 540588 w 719439"/>
              <a:gd name="connsiteY6" fmla="*/ 1739334 h 2463136"/>
              <a:gd name="connsiteX7" fmla="*/ 719251 w 719439"/>
              <a:gd name="connsiteY7" fmla="*/ 2339570 h 2463136"/>
              <a:gd name="connsiteX8" fmla="*/ 595685 w 719439"/>
              <a:gd name="connsiteY8" fmla="*/ 2463136 h 2463136"/>
              <a:gd name="connsiteX9" fmla="*/ 124119 w 719439"/>
              <a:gd name="connsiteY9" fmla="*/ 2463136 h 2463136"/>
              <a:gd name="connsiteX10" fmla="*/ 553 w 719439"/>
              <a:gd name="connsiteY10" fmla="*/ 2339570 h 2463136"/>
              <a:gd name="connsiteX11" fmla="*/ 159256 w 719439"/>
              <a:gd name="connsiteY11" fmla="*/ 1744933 h 2463136"/>
              <a:gd name="connsiteX12" fmla="*/ 171356 w 719439"/>
              <a:gd name="connsiteY12" fmla="*/ 1112676 h 2463136"/>
              <a:gd name="connsiteX13" fmla="*/ 128101 w 719439"/>
              <a:gd name="connsiteY13" fmla="*/ 600338 h 2463136"/>
              <a:gd name="connsiteX14" fmla="*/ 553 w 719439"/>
              <a:gd name="connsiteY14" fmla="*/ 123566 h 2463136"/>
              <a:gd name="connsiteX0" fmla="*/ 553 w 719439"/>
              <a:gd name="connsiteY0" fmla="*/ 123566 h 2463136"/>
              <a:gd name="connsiteX1" fmla="*/ 124119 w 719439"/>
              <a:gd name="connsiteY1" fmla="*/ 0 h 2463136"/>
              <a:gd name="connsiteX2" fmla="*/ 595685 w 719439"/>
              <a:gd name="connsiteY2" fmla="*/ 0 h 2463136"/>
              <a:gd name="connsiteX3" fmla="*/ 719251 w 719439"/>
              <a:gd name="connsiteY3" fmla="*/ 123566 h 2463136"/>
              <a:gd name="connsiteX4" fmla="*/ 533071 w 719439"/>
              <a:gd name="connsiteY4" fmla="*/ 545395 h 2463136"/>
              <a:gd name="connsiteX5" fmla="*/ 486584 w 719439"/>
              <a:gd name="connsiteY5" fmla="*/ 1140259 h 2463136"/>
              <a:gd name="connsiteX6" fmla="*/ 540588 w 719439"/>
              <a:gd name="connsiteY6" fmla="*/ 1739334 h 2463136"/>
              <a:gd name="connsiteX7" fmla="*/ 719251 w 719439"/>
              <a:gd name="connsiteY7" fmla="*/ 2339570 h 2463136"/>
              <a:gd name="connsiteX8" fmla="*/ 595685 w 719439"/>
              <a:gd name="connsiteY8" fmla="*/ 2463136 h 2463136"/>
              <a:gd name="connsiteX9" fmla="*/ 124119 w 719439"/>
              <a:gd name="connsiteY9" fmla="*/ 2463136 h 2463136"/>
              <a:gd name="connsiteX10" fmla="*/ 553 w 719439"/>
              <a:gd name="connsiteY10" fmla="*/ 2339570 h 2463136"/>
              <a:gd name="connsiteX11" fmla="*/ 159256 w 719439"/>
              <a:gd name="connsiteY11" fmla="*/ 1744933 h 2463136"/>
              <a:gd name="connsiteX12" fmla="*/ 157001 w 719439"/>
              <a:gd name="connsiteY12" fmla="*/ 1112075 h 2463136"/>
              <a:gd name="connsiteX13" fmla="*/ 128101 w 719439"/>
              <a:gd name="connsiteY13" fmla="*/ 600338 h 2463136"/>
              <a:gd name="connsiteX14" fmla="*/ 553 w 719439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40829 w 719680"/>
              <a:gd name="connsiteY6" fmla="*/ 1739334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59497 w 719680"/>
              <a:gd name="connsiteY11" fmla="*/ 1744933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40829 w 719680"/>
              <a:gd name="connsiteY6" fmla="*/ 1739334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14625 w 719680"/>
              <a:gd name="connsiteY11" fmla="*/ 1786196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83897 w 719680"/>
              <a:gd name="connsiteY6" fmla="*/ 1741137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14625 w 719680"/>
              <a:gd name="connsiteY11" fmla="*/ 1786196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19680" h="2463136">
                <a:moveTo>
                  <a:pt x="794" y="123566"/>
                </a:moveTo>
                <a:cubicBezTo>
                  <a:pt x="794" y="55322"/>
                  <a:pt x="56116" y="0"/>
                  <a:pt x="124360" y="0"/>
                </a:cubicBezTo>
                <a:lnTo>
                  <a:pt x="595926" y="0"/>
                </a:lnTo>
                <a:cubicBezTo>
                  <a:pt x="664170" y="0"/>
                  <a:pt x="719492" y="55322"/>
                  <a:pt x="719492" y="123566"/>
                </a:cubicBezTo>
                <a:cubicBezTo>
                  <a:pt x="725805" y="215167"/>
                  <a:pt x="572090" y="375946"/>
                  <a:pt x="533312" y="545395"/>
                </a:cubicBezTo>
                <a:cubicBezTo>
                  <a:pt x="494534" y="714844"/>
                  <a:pt x="502320" y="941971"/>
                  <a:pt x="486825" y="1140259"/>
                </a:cubicBezTo>
                <a:cubicBezTo>
                  <a:pt x="528753" y="1340953"/>
                  <a:pt x="541969" y="1540443"/>
                  <a:pt x="583897" y="1741137"/>
                </a:cubicBezTo>
                <a:lnTo>
                  <a:pt x="719492" y="2339570"/>
                </a:lnTo>
                <a:cubicBezTo>
                  <a:pt x="719492" y="2407814"/>
                  <a:pt x="664170" y="2463136"/>
                  <a:pt x="595926" y="2463136"/>
                </a:cubicBezTo>
                <a:lnTo>
                  <a:pt x="124360" y="2463136"/>
                </a:lnTo>
                <a:cubicBezTo>
                  <a:pt x="56116" y="2463136"/>
                  <a:pt x="794" y="2407814"/>
                  <a:pt x="794" y="2339570"/>
                </a:cubicBezTo>
                <a:cubicBezTo>
                  <a:pt x="-5513" y="2224154"/>
                  <a:pt x="86158" y="1990678"/>
                  <a:pt x="114625" y="1786196"/>
                </a:cubicBezTo>
                <a:cubicBezTo>
                  <a:pt x="143092" y="1581714"/>
                  <a:pt x="172306" y="1296064"/>
                  <a:pt x="157242" y="1112075"/>
                </a:cubicBezTo>
                <a:cubicBezTo>
                  <a:pt x="142178" y="928086"/>
                  <a:pt x="121821" y="742152"/>
                  <a:pt x="93354" y="577300"/>
                </a:cubicBezTo>
                <a:cubicBezTo>
                  <a:pt x="64887" y="412448"/>
                  <a:pt x="-8414" y="230399"/>
                  <a:pt x="794" y="123566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lumOff val="2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 rot="2556097">
            <a:off x="2644643" y="2996566"/>
            <a:ext cx="719680" cy="2463136"/>
          </a:xfrm>
          <a:custGeom>
            <a:avLst/>
            <a:gdLst>
              <a:gd name="connsiteX0" fmla="*/ 0 w 718698"/>
              <a:gd name="connsiteY0" fmla="*/ 123566 h 2463136"/>
              <a:gd name="connsiteX1" fmla="*/ 123566 w 718698"/>
              <a:gd name="connsiteY1" fmla="*/ 0 h 2463136"/>
              <a:gd name="connsiteX2" fmla="*/ 595132 w 718698"/>
              <a:gd name="connsiteY2" fmla="*/ 0 h 2463136"/>
              <a:gd name="connsiteX3" fmla="*/ 718698 w 718698"/>
              <a:gd name="connsiteY3" fmla="*/ 123566 h 2463136"/>
              <a:gd name="connsiteX4" fmla="*/ 718698 w 718698"/>
              <a:gd name="connsiteY4" fmla="*/ 2339570 h 2463136"/>
              <a:gd name="connsiteX5" fmla="*/ 595132 w 718698"/>
              <a:gd name="connsiteY5" fmla="*/ 2463136 h 2463136"/>
              <a:gd name="connsiteX6" fmla="*/ 123566 w 718698"/>
              <a:gd name="connsiteY6" fmla="*/ 2463136 h 2463136"/>
              <a:gd name="connsiteX7" fmla="*/ 0 w 718698"/>
              <a:gd name="connsiteY7" fmla="*/ 2339570 h 2463136"/>
              <a:gd name="connsiteX8" fmla="*/ 0 w 718698"/>
              <a:gd name="connsiteY8" fmla="*/ 123566 h 2463136"/>
              <a:gd name="connsiteX0" fmla="*/ 41 w 718739"/>
              <a:gd name="connsiteY0" fmla="*/ 123566 h 2463136"/>
              <a:gd name="connsiteX1" fmla="*/ 123607 w 718739"/>
              <a:gd name="connsiteY1" fmla="*/ 0 h 2463136"/>
              <a:gd name="connsiteX2" fmla="*/ 595173 w 718739"/>
              <a:gd name="connsiteY2" fmla="*/ 0 h 2463136"/>
              <a:gd name="connsiteX3" fmla="*/ 718739 w 718739"/>
              <a:gd name="connsiteY3" fmla="*/ 123566 h 2463136"/>
              <a:gd name="connsiteX4" fmla="*/ 718739 w 718739"/>
              <a:gd name="connsiteY4" fmla="*/ 2339570 h 2463136"/>
              <a:gd name="connsiteX5" fmla="*/ 595173 w 718739"/>
              <a:gd name="connsiteY5" fmla="*/ 2463136 h 2463136"/>
              <a:gd name="connsiteX6" fmla="*/ 123607 w 718739"/>
              <a:gd name="connsiteY6" fmla="*/ 2463136 h 2463136"/>
              <a:gd name="connsiteX7" fmla="*/ 41 w 718739"/>
              <a:gd name="connsiteY7" fmla="*/ 2339570 h 2463136"/>
              <a:gd name="connsiteX8" fmla="*/ 199556 w 718739"/>
              <a:gd name="connsiteY8" fmla="*/ 1113878 h 2463136"/>
              <a:gd name="connsiteX9" fmla="*/ 41 w 718739"/>
              <a:gd name="connsiteY9" fmla="*/ 123566 h 2463136"/>
              <a:gd name="connsiteX0" fmla="*/ 41 w 718739"/>
              <a:gd name="connsiteY0" fmla="*/ 123566 h 2463136"/>
              <a:gd name="connsiteX1" fmla="*/ 123607 w 718739"/>
              <a:gd name="connsiteY1" fmla="*/ 0 h 2463136"/>
              <a:gd name="connsiteX2" fmla="*/ 595173 w 718739"/>
              <a:gd name="connsiteY2" fmla="*/ 0 h 2463136"/>
              <a:gd name="connsiteX3" fmla="*/ 718739 w 718739"/>
              <a:gd name="connsiteY3" fmla="*/ 123566 h 2463136"/>
              <a:gd name="connsiteX4" fmla="*/ 486072 w 718739"/>
              <a:gd name="connsiteY4" fmla="*/ 1140259 h 2463136"/>
              <a:gd name="connsiteX5" fmla="*/ 718739 w 718739"/>
              <a:gd name="connsiteY5" fmla="*/ 2339570 h 2463136"/>
              <a:gd name="connsiteX6" fmla="*/ 595173 w 718739"/>
              <a:gd name="connsiteY6" fmla="*/ 2463136 h 2463136"/>
              <a:gd name="connsiteX7" fmla="*/ 123607 w 718739"/>
              <a:gd name="connsiteY7" fmla="*/ 2463136 h 2463136"/>
              <a:gd name="connsiteX8" fmla="*/ 41 w 718739"/>
              <a:gd name="connsiteY8" fmla="*/ 2339570 h 2463136"/>
              <a:gd name="connsiteX9" fmla="*/ 199556 w 718739"/>
              <a:gd name="connsiteY9" fmla="*/ 1113878 h 2463136"/>
              <a:gd name="connsiteX10" fmla="*/ 41 w 718739"/>
              <a:gd name="connsiteY10" fmla="*/ 123566 h 2463136"/>
              <a:gd name="connsiteX0" fmla="*/ 47 w 718745"/>
              <a:gd name="connsiteY0" fmla="*/ 123566 h 2463136"/>
              <a:gd name="connsiteX1" fmla="*/ 123613 w 718745"/>
              <a:gd name="connsiteY1" fmla="*/ 0 h 2463136"/>
              <a:gd name="connsiteX2" fmla="*/ 595179 w 718745"/>
              <a:gd name="connsiteY2" fmla="*/ 0 h 2463136"/>
              <a:gd name="connsiteX3" fmla="*/ 718745 w 718745"/>
              <a:gd name="connsiteY3" fmla="*/ 123566 h 2463136"/>
              <a:gd name="connsiteX4" fmla="*/ 486078 w 718745"/>
              <a:gd name="connsiteY4" fmla="*/ 1140259 h 2463136"/>
              <a:gd name="connsiteX5" fmla="*/ 718745 w 718745"/>
              <a:gd name="connsiteY5" fmla="*/ 2339570 h 2463136"/>
              <a:gd name="connsiteX6" fmla="*/ 595179 w 718745"/>
              <a:gd name="connsiteY6" fmla="*/ 2463136 h 2463136"/>
              <a:gd name="connsiteX7" fmla="*/ 123613 w 718745"/>
              <a:gd name="connsiteY7" fmla="*/ 2463136 h 2463136"/>
              <a:gd name="connsiteX8" fmla="*/ 47 w 718745"/>
              <a:gd name="connsiteY8" fmla="*/ 2339570 h 2463136"/>
              <a:gd name="connsiteX9" fmla="*/ 170850 w 718745"/>
              <a:gd name="connsiteY9" fmla="*/ 1112676 h 2463136"/>
              <a:gd name="connsiteX10" fmla="*/ 47 w 718745"/>
              <a:gd name="connsiteY10" fmla="*/ 123566 h 2463136"/>
              <a:gd name="connsiteX0" fmla="*/ 211 w 718909"/>
              <a:gd name="connsiteY0" fmla="*/ 123566 h 2463136"/>
              <a:gd name="connsiteX1" fmla="*/ 123777 w 718909"/>
              <a:gd name="connsiteY1" fmla="*/ 0 h 2463136"/>
              <a:gd name="connsiteX2" fmla="*/ 595343 w 718909"/>
              <a:gd name="connsiteY2" fmla="*/ 0 h 2463136"/>
              <a:gd name="connsiteX3" fmla="*/ 718909 w 718909"/>
              <a:gd name="connsiteY3" fmla="*/ 123566 h 2463136"/>
              <a:gd name="connsiteX4" fmla="*/ 486242 w 718909"/>
              <a:gd name="connsiteY4" fmla="*/ 1140259 h 2463136"/>
              <a:gd name="connsiteX5" fmla="*/ 718909 w 718909"/>
              <a:gd name="connsiteY5" fmla="*/ 2339570 h 2463136"/>
              <a:gd name="connsiteX6" fmla="*/ 595343 w 718909"/>
              <a:gd name="connsiteY6" fmla="*/ 2463136 h 2463136"/>
              <a:gd name="connsiteX7" fmla="*/ 123777 w 718909"/>
              <a:gd name="connsiteY7" fmla="*/ 2463136 h 2463136"/>
              <a:gd name="connsiteX8" fmla="*/ 211 w 718909"/>
              <a:gd name="connsiteY8" fmla="*/ 2339570 h 2463136"/>
              <a:gd name="connsiteX9" fmla="*/ 158914 w 718909"/>
              <a:gd name="connsiteY9" fmla="*/ 1744933 h 2463136"/>
              <a:gd name="connsiteX10" fmla="*/ 171014 w 718909"/>
              <a:gd name="connsiteY10" fmla="*/ 1112676 h 2463136"/>
              <a:gd name="connsiteX11" fmla="*/ 211 w 718909"/>
              <a:gd name="connsiteY11" fmla="*/ 123566 h 2463136"/>
              <a:gd name="connsiteX0" fmla="*/ 211 w 718909"/>
              <a:gd name="connsiteY0" fmla="*/ 123566 h 2463136"/>
              <a:gd name="connsiteX1" fmla="*/ 123777 w 718909"/>
              <a:gd name="connsiteY1" fmla="*/ 0 h 2463136"/>
              <a:gd name="connsiteX2" fmla="*/ 595343 w 718909"/>
              <a:gd name="connsiteY2" fmla="*/ 0 h 2463136"/>
              <a:gd name="connsiteX3" fmla="*/ 718909 w 718909"/>
              <a:gd name="connsiteY3" fmla="*/ 123566 h 2463136"/>
              <a:gd name="connsiteX4" fmla="*/ 486242 w 718909"/>
              <a:gd name="connsiteY4" fmla="*/ 1140259 h 2463136"/>
              <a:gd name="connsiteX5" fmla="*/ 540246 w 718909"/>
              <a:gd name="connsiteY5" fmla="*/ 1739334 h 2463136"/>
              <a:gd name="connsiteX6" fmla="*/ 718909 w 718909"/>
              <a:gd name="connsiteY6" fmla="*/ 2339570 h 2463136"/>
              <a:gd name="connsiteX7" fmla="*/ 595343 w 718909"/>
              <a:gd name="connsiteY7" fmla="*/ 2463136 h 2463136"/>
              <a:gd name="connsiteX8" fmla="*/ 123777 w 718909"/>
              <a:gd name="connsiteY8" fmla="*/ 2463136 h 2463136"/>
              <a:gd name="connsiteX9" fmla="*/ 211 w 718909"/>
              <a:gd name="connsiteY9" fmla="*/ 2339570 h 2463136"/>
              <a:gd name="connsiteX10" fmla="*/ 158914 w 718909"/>
              <a:gd name="connsiteY10" fmla="*/ 1744933 h 2463136"/>
              <a:gd name="connsiteX11" fmla="*/ 171014 w 718909"/>
              <a:gd name="connsiteY11" fmla="*/ 1112676 h 2463136"/>
              <a:gd name="connsiteX12" fmla="*/ 211 w 718909"/>
              <a:gd name="connsiteY12" fmla="*/ 123566 h 2463136"/>
              <a:gd name="connsiteX0" fmla="*/ 211 w 719097"/>
              <a:gd name="connsiteY0" fmla="*/ 123566 h 2463136"/>
              <a:gd name="connsiteX1" fmla="*/ 123777 w 719097"/>
              <a:gd name="connsiteY1" fmla="*/ 0 h 2463136"/>
              <a:gd name="connsiteX2" fmla="*/ 595343 w 719097"/>
              <a:gd name="connsiteY2" fmla="*/ 0 h 2463136"/>
              <a:gd name="connsiteX3" fmla="*/ 718909 w 719097"/>
              <a:gd name="connsiteY3" fmla="*/ 123566 h 2463136"/>
              <a:gd name="connsiteX4" fmla="*/ 532729 w 719097"/>
              <a:gd name="connsiteY4" fmla="*/ 545395 h 2463136"/>
              <a:gd name="connsiteX5" fmla="*/ 486242 w 719097"/>
              <a:gd name="connsiteY5" fmla="*/ 1140259 h 2463136"/>
              <a:gd name="connsiteX6" fmla="*/ 540246 w 719097"/>
              <a:gd name="connsiteY6" fmla="*/ 1739334 h 2463136"/>
              <a:gd name="connsiteX7" fmla="*/ 718909 w 719097"/>
              <a:gd name="connsiteY7" fmla="*/ 2339570 h 2463136"/>
              <a:gd name="connsiteX8" fmla="*/ 595343 w 719097"/>
              <a:gd name="connsiteY8" fmla="*/ 2463136 h 2463136"/>
              <a:gd name="connsiteX9" fmla="*/ 123777 w 719097"/>
              <a:gd name="connsiteY9" fmla="*/ 2463136 h 2463136"/>
              <a:gd name="connsiteX10" fmla="*/ 211 w 719097"/>
              <a:gd name="connsiteY10" fmla="*/ 2339570 h 2463136"/>
              <a:gd name="connsiteX11" fmla="*/ 158914 w 719097"/>
              <a:gd name="connsiteY11" fmla="*/ 1744933 h 2463136"/>
              <a:gd name="connsiteX12" fmla="*/ 171014 w 719097"/>
              <a:gd name="connsiteY12" fmla="*/ 1112676 h 2463136"/>
              <a:gd name="connsiteX13" fmla="*/ 211 w 719097"/>
              <a:gd name="connsiteY13" fmla="*/ 123566 h 2463136"/>
              <a:gd name="connsiteX0" fmla="*/ 553 w 719439"/>
              <a:gd name="connsiteY0" fmla="*/ 123566 h 2463136"/>
              <a:gd name="connsiteX1" fmla="*/ 124119 w 719439"/>
              <a:gd name="connsiteY1" fmla="*/ 0 h 2463136"/>
              <a:gd name="connsiteX2" fmla="*/ 595685 w 719439"/>
              <a:gd name="connsiteY2" fmla="*/ 0 h 2463136"/>
              <a:gd name="connsiteX3" fmla="*/ 719251 w 719439"/>
              <a:gd name="connsiteY3" fmla="*/ 123566 h 2463136"/>
              <a:gd name="connsiteX4" fmla="*/ 533071 w 719439"/>
              <a:gd name="connsiteY4" fmla="*/ 545395 h 2463136"/>
              <a:gd name="connsiteX5" fmla="*/ 486584 w 719439"/>
              <a:gd name="connsiteY5" fmla="*/ 1140259 h 2463136"/>
              <a:gd name="connsiteX6" fmla="*/ 540588 w 719439"/>
              <a:gd name="connsiteY6" fmla="*/ 1739334 h 2463136"/>
              <a:gd name="connsiteX7" fmla="*/ 719251 w 719439"/>
              <a:gd name="connsiteY7" fmla="*/ 2339570 h 2463136"/>
              <a:gd name="connsiteX8" fmla="*/ 595685 w 719439"/>
              <a:gd name="connsiteY8" fmla="*/ 2463136 h 2463136"/>
              <a:gd name="connsiteX9" fmla="*/ 124119 w 719439"/>
              <a:gd name="connsiteY9" fmla="*/ 2463136 h 2463136"/>
              <a:gd name="connsiteX10" fmla="*/ 553 w 719439"/>
              <a:gd name="connsiteY10" fmla="*/ 2339570 h 2463136"/>
              <a:gd name="connsiteX11" fmla="*/ 159256 w 719439"/>
              <a:gd name="connsiteY11" fmla="*/ 1744933 h 2463136"/>
              <a:gd name="connsiteX12" fmla="*/ 171356 w 719439"/>
              <a:gd name="connsiteY12" fmla="*/ 1112676 h 2463136"/>
              <a:gd name="connsiteX13" fmla="*/ 128101 w 719439"/>
              <a:gd name="connsiteY13" fmla="*/ 600338 h 2463136"/>
              <a:gd name="connsiteX14" fmla="*/ 553 w 719439"/>
              <a:gd name="connsiteY14" fmla="*/ 123566 h 2463136"/>
              <a:gd name="connsiteX0" fmla="*/ 553 w 719439"/>
              <a:gd name="connsiteY0" fmla="*/ 123566 h 2463136"/>
              <a:gd name="connsiteX1" fmla="*/ 124119 w 719439"/>
              <a:gd name="connsiteY1" fmla="*/ 0 h 2463136"/>
              <a:gd name="connsiteX2" fmla="*/ 595685 w 719439"/>
              <a:gd name="connsiteY2" fmla="*/ 0 h 2463136"/>
              <a:gd name="connsiteX3" fmla="*/ 719251 w 719439"/>
              <a:gd name="connsiteY3" fmla="*/ 123566 h 2463136"/>
              <a:gd name="connsiteX4" fmla="*/ 533071 w 719439"/>
              <a:gd name="connsiteY4" fmla="*/ 545395 h 2463136"/>
              <a:gd name="connsiteX5" fmla="*/ 486584 w 719439"/>
              <a:gd name="connsiteY5" fmla="*/ 1140259 h 2463136"/>
              <a:gd name="connsiteX6" fmla="*/ 540588 w 719439"/>
              <a:gd name="connsiteY6" fmla="*/ 1739334 h 2463136"/>
              <a:gd name="connsiteX7" fmla="*/ 719251 w 719439"/>
              <a:gd name="connsiteY7" fmla="*/ 2339570 h 2463136"/>
              <a:gd name="connsiteX8" fmla="*/ 595685 w 719439"/>
              <a:gd name="connsiteY8" fmla="*/ 2463136 h 2463136"/>
              <a:gd name="connsiteX9" fmla="*/ 124119 w 719439"/>
              <a:gd name="connsiteY9" fmla="*/ 2463136 h 2463136"/>
              <a:gd name="connsiteX10" fmla="*/ 553 w 719439"/>
              <a:gd name="connsiteY10" fmla="*/ 2339570 h 2463136"/>
              <a:gd name="connsiteX11" fmla="*/ 159256 w 719439"/>
              <a:gd name="connsiteY11" fmla="*/ 1744933 h 2463136"/>
              <a:gd name="connsiteX12" fmla="*/ 157001 w 719439"/>
              <a:gd name="connsiteY12" fmla="*/ 1112075 h 2463136"/>
              <a:gd name="connsiteX13" fmla="*/ 128101 w 719439"/>
              <a:gd name="connsiteY13" fmla="*/ 600338 h 2463136"/>
              <a:gd name="connsiteX14" fmla="*/ 553 w 719439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40829 w 719680"/>
              <a:gd name="connsiteY6" fmla="*/ 1739334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59497 w 719680"/>
              <a:gd name="connsiteY11" fmla="*/ 1744933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40829 w 719680"/>
              <a:gd name="connsiteY6" fmla="*/ 1739334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14625 w 719680"/>
              <a:gd name="connsiteY11" fmla="*/ 1786196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  <a:gd name="connsiteX0" fmla="*/ 794 w 719680"/>
              <a:gd name="connsiteY0" fmla="*/ 123566 h 2463136"/>
              <a:gd name="connsiteX1" fmla="*/ 124360 w 719680"/>
              <a:gd name="connsiteY1" fmla="*/ 0 h 2463136"/>
              <a:gd name="connsiteX2" fmla="*/ 595926 w 719680"/>
              <a:gd name="connsiteY2" fmla="*/ 0 h 2463136"/>
              <a:gd name="connsiteX3" fmla="*/ 719492 w 719680"/>
              <a:gd name="connsiteY3" fmla="*/ 123566 h 2463136"/>
              <a:gd name="connsiteX4" fmla="*/ 533312 w 719680"/>
              <a:gd name="connsiteY4" fmla="*/ 545395 h 2463136"/>
              <a:gd name="connsiteX5" fmla="*/ 486825 w 719680"/>
              <a:gd name="connsiteY5" fmla="*/ 1140259 h 2463136"/>
              <a:gd name="connsiteX6" fmla="*/ 583897 w 719680"/>
              <a:gd name="connsiteY6" fmla="*/ 1741137 h 2463136"/>
              <a:gd name="connsiteX7" fmla="*/ 719492 w 719680"/>
              <a:gd name="connsiteY7" fmla="*/ 2339570 h 2463136"/>
              <a:gd name="connsiteX8" fmla="*/ 595926 w 719680"/>
              <a:gd name="connsiteY8" fmla="*/ 2463136 h 2463136"/>
              <a:gd name="connsiteX9" fmla="*/ 124360 w 719680"/>
              <a:gd name="connsiteY9" fmla="*/ 2463136 h 2463136"/>
              <a:gd name="connsiteX10" fmla="*/ 794 w 719680"/>
              <a:gd name="connsiteY10" fmla="*/ 2339570 h 2463136"/>
              <a:gd name="connsiteX11" fmla="*/ 114625 w 719680"/>
              <a:gd name="connsiteY11" fmla="*/ 1786196 h 2463136"/>
              <a:gd name="connsiteX12" fmla="*/ 157242 w 719680"/>
              <a:gd name="connsiteY12" fmla="*/ 1112075 h 2463136"/>
              <a:gd name="connsiteX13" fmla="*/ 93354 w 719680"/>
              <a:gd name="connsiteY13" fmla="*/ 577300 h 2463136"/>
              <a:gd name="connsiteX14" fmla="*/ 794 w 719680"/>
              <a:gd name="connsiteY14" fmla="*/ 123566 h 2463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19680" h="2463136">
                <a:moveTo>
                  <a:pt x="794" y="123566"/>
                </a:moveTo>
                <a:cubicBezTo>
                  <a:pt x="794" y="55322"/>
                  <a:pt x="56116" y="0"/>
                  <a:pt x="124360" y="0"/>
                </a:cubicBezTo>
                <a:lnTo>
                  <a:pt x="595926" y="0"/>
                </a:lnTo>
                <a:cubicBezTo>
                  <a:pt x="664170" y="0"/>
                  <a:pt x="719492" y="55322"/>
                  <a:pt x="719492" y="123566"/>
                </a:cubicBezTo>
                <a:cubicBezTo>
                  <a:pt x="725805" y="215167"/>
                  <a:pt x="572090" y="375946"/>
                  <a:pt x="533312" y="545395"/>
                </a:cubicBezTo>
                <a:cubicBezTo>
                  <a:pt x="494534" y="714844"/>
                  <a:pt x="502320" y="941971"/>
                  <a:pt x="486825" y="1140259"/>
                </a:cubicBezTo>
                <a:cubicBezTo>
                  <a:pt x="528753" y="1340953"/>
                  <a:pt x="541969" y="1540443"/>
                  <a:pt x="583897" y="1741137"/>
                </a:cubicBezTo>
                <a:lnTo>
                  <a:pt x="719492" y="2339570"/>
                </a:lnTo>
                <a:cubicBezTo>
                  <a:pt x="719492" y="2407814"/>
                  <a:pt x="664170" y="2463136"/>
                  <a:pt x="595926" y="2463136"/>
                </a:cubicBezTo>
                <a:lnTo>
                  <a:pt x="124360" y="2463136"/>
                </a:lnTo>
                <a:cubicBezTo>
                  <a:pt x="56116" y="2463136"/>
                  <a:pt x="794" y="2407814"/>
                  <a:pt x="794" y="2339570"/>
                </a:cubicBezTo>
                <a:cubicBezTo>
                  <a:pt x="-5513" y="2224154"/>
                  <a:pt x="86158" y="1990678"/>
                  <a:pt x="114625" y="1786196"/>
                </a:cubicBezTo>
                <a:cubicBezTo>
                  <a:pt x="143092" y="1581714"/>
                  <a:pt x="172306" y="1296064"/>
                  <a:pt x="157242" y="1112075"/>
                </a:cubicBezTo>
                <a:cubicBezTo>
                  <a:pt x="142178" y="928086"/>
                  <a:pt x="121821" y="742152"/>
                  <a:pt x="93354" y="577300"/>
                </a:cubicBezTo>
                <a:cubicBezTo>
                  <a:pt x="64887" y="412448"/>
                  <a:pt x="-8414" y="230399"/>
                  <a:pt x="794" y="123566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lumOff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519160" y="2006600"/>
            <a:ext cx="1686560" cy="16256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829870" y="4556760"/>
            <a:ext cx="1686560" cy="16256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426965" y="2006600"/>
            <a:ext cx="1686560" cy="16256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193800" y="4556760"/>
            <a:ext cx="1686560" cy="16256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332763" y="68580"/>
            <a:ext cx="66562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2800" dirty="0" smtClean="0">
                <a:solidFill>
                  <a:schemeClr val="bg1"/>
                </a:solidFill>
                <a:latin typeface="ROG Fonts STRIX SCAR" panose="00000500000000000000" pitchFamily="2" charset="0"/>
                <a:ea typeface="Noto Sans SC Black" panose="020B0200000000000000" pitchFamily="34" charset="-128"/>
              </a:rPr>
              <a:t>Ai IMPACT TO STUDENTS GRADES VS SKILL</a:t>
            </a:r>
          </a:p>
        </p:txBody>
      </p:sp>
      <p:sp>
        <p:nvSpPr>
          <p:cNvPr id="18" name="Oval 17"/>
          <p:cNvSpPr/>
          <p:nvPr/>
        </p:nvSpPr>
        <p:spPr>
          <a:xfrm>
            <a:off x="1341120" y="4693920"/>
            <a:ext cx="1391920" cy="13512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666480" y="2143760"/>
            <a:ext cx="1391920" cy="13512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574285" y="2143760"/>
            <a:ext cx="1391920" cy="13512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977190" y="4693920"/>
            <a:ext cx="1391920" cy="135128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682332" y="4800303"/>
            <a:ext cx="311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6000" dirty="0">
                <a:latin typeface="Franklin Gothic Heavy" panose="020B0903020102020204" pitchFamily="34" charset="0"/>
              </a:rPr>
              <a:t>1</a:t>
            </a:r>
            <a:endParaRPr lang="en-US" sz="6000" dirty="0">
              <a:latin typeface="Franklin Gothic Heavy" panose="020B0903020102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9" t="8261" r="9590" b="9511"/>
          <a:stretch/>
        </p:blipFill>
        <p:spPr>
          <a:xfrm>
            <a:off x="1341120" y="4693920"/>
            <a:ext cx="1391920" cy="1422681"/>
          </a:xfrm>
          <a:prstGeom prst="ellipse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6336424" y="4800303"/>
            <a:ext cx="311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6000" dirty="0" smtClean="0">
                <a:latin typeface="Franklin Gothic Heavy" panose="020B0903020102020204" pitchFamily="34" charset="0"/>
              </a:rPr>
              <a:t>3</a:t>
            </a:r>
            <a:endParaRPr lang="en-US" sz="6000" dirty="0">
              <a:latin typeface="Franklin Gothic Heavy" panose="020B0903020102020204" pitchFamily="34" charset="0"/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576" y="4661986"/>
            <a:ext cx="1415148" cy="1415148"/>
          </a:xfrm>
          <a:prstGeom prst="ellipse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3950140" y="2238485"/>
            <a:ext cx="39771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6000" dirty="0" smtClean="0">
                <a:latin typeface="Franklin Gothic Heavy" panose="020B0903020102020204" pitchFamily="34" charset="0"/>
              </a:rPr>
              <a:t>2</a:t>
            </a:r>
            <a:endParaRPr lang="en-US" sz="6000" dirty="0">
              <a:latin typeface="Franklin Gothic Heavy" panose="020B090302010202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746" y="2143761"/>
            <a:ext cx="1411460" cy="1411460"/>
          </a:xfrm>
          <a:prstGeom prst="ellipse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9050873" y="2220861"/>
            <a:ext cx="31156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6000" dirty="0" smtClean="0">
                <a:latin typeface="Franklin Gothic Heavy" panose="020B0903020102020204" pitchFamily="34" charset="0"/>
              </a:rPr>
              <a:t>4</a:t>
            </a:r>
            <a:endParaRPr lang="en-US" sz="6000" dirty="0">
              <a:latin typeface="Franklin Gothic Heavy" panose="020B0903020102020204" pitchFamily="34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728" y="2131798"/>
            <a:ext cx="1423423" cy="1423423"/>
          </a:xfrm>
          <a:prstGeom prst="ellipse">
            <a:avLst/>
          </a:prstGeom>
          <a:ln>
            <a:solidFill>
              <a:schemeClr val="tx1"/>
            </a:solidFill>
          </a:ln>
        </p:spPr>
      </p:pic>
      <p:sp>
        <p:nvSpPr>
          <p:cNvPr id="34" name="Rectangle 33"/>
          <p:cNvSpPr/>
          <p:nvPr/>
        </p:nvSpPr>
        <p:spPr>
          <a:xfrm>
            <a:off x="558817" y="3467143"/>
            <a:ext cx="24807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1600" dirty="0" smtClean="0">
                <a:solidFill>
                  <a:schemeClr val="bg1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Students begin to learn about AI and use it</a:t>
            </a:r>
            <a:endParaRPr lang="en-US" sz="1600" dirty="0">
              <a:solidFill>
                <a:schemeClr val="bg1"/>
              </a:solidFill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050526" y="4588040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2.GRADES INCREASED</a:t>
            </a:r>
            <a:endParaRPr lang="en-US" dirty="0">
              <a:solidFill>
                <a:schemeClr val="bg1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651664" y="3128612"/>
            <a:ext cx="2204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3.AI DEPENDENCY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93709" y="4984969"/>
            <a:ext cx="24421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1600" dirty="0" smtClean="0">
                <a:solidFill>
                  <a:schemeClr val="bg1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Student feel the positive impact of AI</a:t>
            </a:r>
            <a:endParaRPr lang="en-US" sz="1600" dirty="0">
              <a:solidFill>
                <a:schemeClr val="bg1"/>
              </a:solidFill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60251" y="3436364"/>
            <a:ext cx="1728750" cy="584775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D" sz="1600" dirty="0" smtClean="0">
                <a:solidFill>
                  <a:schemeClr val="bg1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Students are lazy to think</a:t>
            </a:r>
            <a:endParaRPr lang="en-US" sz="1600" dirty="0">
              <a:solidFill>
                <a:schemeClr val="bg1"/>
              </a:solidFill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192618" y="4971107"/>
            <a:ext cx="3174505" cy="584775"/>
          </a:xfrm>
          <a:prstGeom prst="rect">
            <a:avLst/>
          </a:prstGeom>
          <a:effectLst>
            <a:glow rad="101600">
              <a:schemeClr val="tx1">
                <a:alpha val="6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ID" sz="1600" dirty="0">
                <a:solidFill>
                  <a:schemeClr val="bg1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Students </a:t>
            </a:r>
            <a:r>
              <a:rPr lang="en-ID" sz="1600" dirty="0" smtClean="0">
                <a:solidFill>
                  <a:schemeClr val="bg1"/>
                </a:solidFill>
                <a:latin typeface="Microsoft Tai Le" panose="020B0502040204020203" pitchFamily="34" charset="0"/>
                <a:cs typeface="Microsoft Tai Le" panose="020B0502040204020203" pitchFamily="34" charset="0"/>
              </a:rPr>
              <a:t>feel frustrated with their lack of skills</a:t>
            </a:r>
            <a:endParaRPr lang="en-US" sz="1600" dirty="0">
              <a:solidFill>
                <a:schemeClr val="bg1"/>
              </a:solidFill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20002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3" grpId="0"/>
      <p:bldP spid="39" grpId="0" animBg="1"/>
      <p:bldP spid="44" grpId="0"/>
      <p:bldP spid="40" grpId="0" animBg="1"/>
      <p:bldP spid="41" grpId="0" animBg="1"/>
      <p:bldP spid="34" grpId="0"/>
      <p:bldP spid="35" grpId="0"/>
      <p:bldP spid="38" grpId="0"/>
      <p:bldP spid="42" grpId="0"/>
      <p:bldP spid="43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/>
          <p:cNvSpPr/>
          <p:nvPr/>
        </p:nvSpPr>
        <p:spPr>
          <a:xfrm rot="16200000">
            <a:off x="8113393" y="3183021"/>
            <a:ext cx="1036320" cy="624036"/>
          </a:xfrm>
          <a:prstGeom prst="triangle">
            <a:avLst>
              <a:gd name="adj" fmla="val 47753"/>
            </a:avLst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9445" y="-2"/>
            <a:ext cx="52027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4000" dirty="0">
                <a:solidFill>
                  <a:schemeClr val="bg1"/>
                </a:solidFill>
                <a:latin typeface="Cooper Black" panose="0208090404030B020404" pitchFamily="18" charset="0"/>
                <a:ea typeface="Microsoft YaHei" panose="020B0503020204020204" pitchFamily="34" charset="-122"/>
              </a:rPr>
              <a:t>Survey in Informatics Class</a:t>
            </a:r>
            <a:endParaRPr lang="en-US" sz="4000" dirty="0">
              <a:solidFill>
                <a:schemeClr val="bg1"/>
              </a:solidFill>
              <a:latin typeface="Cooper Black" panose="0208090404030B0204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43571" y="0"/>
            <a:ext cx="14670809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805763" y="0"/>
            <a:ext cx="15003780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8839385" y="3046820"/>
            <a:ext cx="1168401" cy="764356"/>
          </a:xfrm>
          <a:prstGeom prst="triangle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79245" y="32030"/>
            <a:ext cx="15679604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9603740" y="3046820"/>
            <a:ext cx="1168401" cy="764356"/>
          </a:xfrm>
          <a:prstGeom prst="triangle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463230" y="3079540"/>
            <a:ext cx="1956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800" dirty="0">
                <a:solidFill>
                  <a:schemeClr val="bg1"/>
                </a:solidFill>
                <a:latin typeface="Arial Black" panose="020B0A04020102020204" pitchFamily="34" charset="0"/>
              </a:rPr>
              <a:t>D</a:t>
            </a:r>
            <a:r>
              <a:rPr lang="en-ID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ATA</a:t>
            </a:r>
            <a:endParaRPr lang="en-US" sz="4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0" name="Picture 2" descr="Diagram jawaban Formulir. Judul pertanyaan: 1.I am depending on Ai when completing assignment. Jumlah jawaban: 57 jawaban.">
            <a:extLst>
              <a:ext uri="{FF2B5EF4-FFF2-40B4-BE49-F238E27FC236}">
                <a16:creationId xmlns="" xmlns:a16="http://schemas.microsoft.com/office/drawing/2014/main" id="{E11E64E9-F83D-6470-88B4-2CAFCF5D6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6" t="29784" r="54614" b="10737"/>
          <a:stretch/>
        </p:blipFill>
        <p:spPr bwMode="auto">
          <a:xfrm>
            <a:off x="5590055" y="1903613"/>
            <a:ext cx="3048000" cy="305077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/>
          <p:cNvSpPr/>
          <p:nvPr/>
        </p:nvSpPr>
        <p:spPr>
          <a:xfrm>
            <a:off x="1251991" y="661717"/>
            <a:ext cx="5006569" cy="661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251991" y="661717"/>
            <a:ext cx="5378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smtClean="0">
                <a:latin typeface="Arial Rounded MT Bold" panose="020F0704030504030204" pitchFamily="34" charset="0"/>
              </a:rPr>
              <a:t>1.I am depending on AI when completing       assignment.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2" name="Bent Arrow 21"/>
          <p:cNvSpPr/>
          <p:nvPr/>
        </p:nvSpPr>
        <p:spPr>
          <a:xfrm rot="10800000" flipH="1">
            <a:off x="1445262" y="1443716"/>
            <a:ext cx="3657598" cy="2466821"/>
          </a:xfrm>
          <a:prstGeom prst="bentArrow">
            <a:avLst>
              <a:gd name="adj1" fmla="val 13758"/>
              <a:gd name="adj2" fmla="val 15484"/>
              <a:gd name="adj3" fmla="val 36924"/>
              <a:gd name="adj4" fmla="val 1209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3" name="Picture 2" descr="Diagram jawaban Formulir. Judul pertanyaan: 1.I am depending on Ai when completing assignment. Jumlah jawaban: 57 jawaban.">
            <a:extLst>
              <a:ext uri="{FF2B5EF4-FFF2-40B4-BE49-F238E27FC236}">
                <a16:creationId xmlns="" xmlns:a16="http://schemas.microsoft.com/office/drawing/2014/main" id="{E11E64E9-F83D-6470-88B4-2CAFCF5D6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351" b="50541" l="60565" r="75228">
                        <a14:foregroundMark x1="63798" y1="33442" x2="63798" y2="33442"/>
                        <a14:foregroundMark x1="63980" y1="45455" x2="63980" y2="45455"/>
                        <a14:foregroundMark x1="66075" y1="32684" x2="66075" y2="32684"/>
                        <a14:foregroundMark x1="66849" y1="32035" x2="66849" y2="32035"/>
                        <a14:foregroundMark x1="67623" y1="32251" x2="67623" y2="32251"/>
                        <a14:foregroundMark x1="67168" y1="37554" x2="67168" y2="37554"/>
                        <a14:foregroundMark x1="66576" y1="38636" x2="66576" y2="38636"/>
                        <a14:foregroundMark x1="66530" y1="44697" x2="66530" y2="44697"/>
                        <a14:foregroundMark x1="66894" y1="44913" x2="66894" y2="44913"/>
                        <a14:foregroundMark x1="67851" y1="44697" x2="67851" y2="44697"/>
                        <a14:foregroundMark x1="69035" y1="44589" x2="69035" y2="44589"/>
                        <a14:foregroundMark x1="69900" y1="45238" x2="69900" y2="45238"/>
                        <a14:foregroundMark x1="70719" y1="45346" x2="70719" y2="45346"/>
                        <a14:foregroundMark x1="71311" y1="45238" x2="71311" y2="45238"/>
                        <a14:backgroundMark x1="67031" y1="32359" x2="67031" y2="32359"/>
                        <a14:backgroundMark x1="71585" y1="44805" x2="71585" y2="448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000" t="28866" r="26909" b="51848"/>
          <a:stretch/>
        </p:blipFill>
        <p:spPr bwMode="auto">
          <a:xfrm>
            <a:off x="8319535" y="1451032"/>
            <a:ext cx="1230286" cy="98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/>
        </p:nvSpPr>
        <p:spPr>
          <a:xfrm>
            <a:off x="6342196" y="1266366"/>
            <a:ext cx="176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58 Answer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823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29 -0.00949 L -0.6763 -0.0088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451" y="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-0.00139 L -0.67175 0.0009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659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29" grpId="0" animBg="1"/>
      <p:bldP spid="29" grpId="1" animBg="1"/>
      <p:bldP spid="21" grpId="0"/>
      <p:bldP spid="21" grpId="1"/>
      <p:bldP spid="22" grpId="0" animBg="1"/>
      <p:bldP spid="22" grpId="1" animBg="1"/>
      <p:bldP spid="28" grpId="0"/>
      <p:bldP spid="2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/>
          <p:cNvSpPr/>
          <p:nvPr/>
        </p:nvSpPr>
        <p:spPr>
          <a:xfrm rot="16200000">
            <a:off x="-206142" y="3149012"/>
            <a:ext cx="1036320" cy="624036"/>
          </a:xfrm>
          <a:prstGeom prst="triangle">
            <a:avLst>
              <a:gd name="adj" fmla="val 47753"/>
            </a:avLst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9445" y="-2"/>
            <a:ext cx="52027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4000" dirty="0">
                <a:solidFill>
                  <a:schemeClr val="bg1"/>
                </a:solidFill>
                <a:latin typeface="Cooper Black" panose="0208090404030B020404" pitchFamily="18" charset="0"/>
                <a:ea typeface="Microsoft YaHei" panose="020B0503020204020204" pitchFamily="34" charset="-122"/>
              </a:rPr>
              <a:t>Survey in Informatics Class</a:t>
            </a:r>
            <a:endParaRPr lang="en-US" sz="4000" dirty="0">
              <a:solidFill>
                <a:schemeClr val="bg1"/>
              </a:solidFill>
              <a:latin typeface="Cooper Black" panose="0208090404030B0204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8575" y="-2"/>
            <a:ext cx="14670809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8839385" y="3046820"/>
            <a:ext cx="1168401" cy="764356"/>
          </a:xfrm>
          <a:prstGeom prst="triangle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805763" y="0"/>
            <a:ext cx="15003780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79245" y="32030"/>
            <a:ext cx="15679604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9603740" y="3046820"/>
            <a:ext cx="1168401" cy="764356"/>
          </a:xfrm>
          <a:prstGeom prst="triangle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463230" y="3079540"/>
            <a:ext cx="1956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800" dirty="0">
                <a:solidFill>
                  <a:schemeClr val="bg1"/>
                </a:solidFill>
                <a:latin typeface="Arial Black" panose="020B0A04020102020204" pitchFamily="34" charset="0"/>
              </a:rPr>
              <a:t>D</a:t>
            </a:r>
            <a:r>
              <a:rPr lang="en-ID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ATA</a:t>
            </a:r>
            <a:endParaRPr lang="en-US" sz="4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6321" y="477051"/>
            <a:ext cx="411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smtClean="0">
                <a:latin typeface="Arial Rounded MT Bold" panose="020F0704030504030204" pitchFamily="34" charset="0"/>
              </a:rPr>
              <a:t>2.AI is improving students grades.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800" b="95323" l="9967" r="96242">
                        <a14:foregroundMark x1="14216" y1="86860" x2="14216" y2="86860"/>
                        <a14:foregroundMark x1="19935" y1="86860" x2="19935" y2="86860"/>
                        <a14:foregroundMark x1="28431" y1="85078" x2="28431" y2="85078"/>
                        <a14:foregroundMark x1="35621" y1="81292" x2="35621" y2="81292"/>
                        <a14:foregroundMark x1="44444" y1="79510" x2="44444" y2="79510"/>
                        <a14:foregroundMark x1="53431" y1="76615" x2="53431" y2="76615"/>
                        <a14:foregroundMark x1="61438" y1="74610" x2="61438" y2="74610"/>
                        <a14:foregroundMark x1="67157" y1="67929" x2="67157" y2="67929"/>
                        <a14:foregroundMark x1="74346" y1="62584" x2="74346" y2="625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75" y="2203281"/>
            <a:ext cx="4654077" cy="3414511"/>
          </a:xfrm>
          <a:prstGeom prst="rect">
            <a:avLst/>
          </a:prstGeom>
        </p:spPr>
      </p:pic>
      <p:pic>
        <p:nvPicPr>
          <p:cNvPr id="25" name="Picture 2" descr="Diagram jawaban Formulir. Judul pertanyaan: 2.Ai is improving student&amp;apos;s grades. Jumlah jawaban: 57 jawaban.">
            <a:extLst>
              <a:ext uri="{FF2B5EF4-FFF2-40B4-BE49-F238E27FC236}">
                <a16:creationId xmlns="" xmlns:a16="http://schemas.microsoft.com/office/drawing/2014/main" id="{72AF6D2B-BCCB-4732-8C4D-CA0C99DA0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7" t="30643" r="54727" b="11122"/>
          <a:stretch/>
        </p:blipFill>
        <p:spPr bwMode="auto">
          <a:xfrm>
            <a:off x="5401778" y="1323437"/>
            <a:ext cx="2996207" cy="298704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Diagram jawaban Formulir. Judul pertanyaan: 1.I am depending on Ai when completing assignment. Jumlah jawaban: 57 jawaban.">
            <a:extLst>
              <a:ext uri="{FF2B5EF4-FFF2-40B4-BE49-F238E27FC236}">
                <a16:creationId xmlns="" xmlns:a16="http://schemas.microsoft.com/office/drawing/2014/main" id="{E11E64E9-F83D-6470-88B4-2CAFCF5D6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4351" b="50541" l="60565" r="75228">
                        <a14:foregroundMark x1="63798" y1="33442" x2="63798" y2="33442"/>
                        <a14:foregroundMark x1="63980" y1="45455" x2="63980" y2="45455"/>
                        <a14:foregroundMark x1="66075" y1="32684" x2="66075" y2="32684"/>
                        <a14:foregroundMark x1="66849" y1="32035" x2="66849" y2="32035"/>
                        <a14:foregroundMark x1="67623" y1="32251" x2="67623" y2="32251"/>
                        <a14:foregroundMark x1="67168" y1="37554" x2="67168" y2="37554"/>
                        <a14:foregroundMark x1="66576" y1="38636" x2="66576" y2="38636"/>
                        <a14:foregroundMark x1="66530" y1="44697" x2="66530" y2="44697"/>
                        <a14:foregroundMark x1="66894" y1="44913" x2="66894" y2="44913"/>
                        <a14:foregroundMark x1="67851" y1="44697" x2="67851" y2="44697"/>
                        <a14:foregroundMark x1="69035" y1="44589" x2="69035" y2="44589"/>
                        <a14:foregroundMark x1="69900" y1="45238" x2="69900" y2="45238"/>
                        <a14:foregroundMark x1="70719" y1="45346" x2="70719" y2="45346"/>
                        <a14:foregroundMark x1="71311" y1="45238" x2="71311" y2="45238"/>
                        <a14:backgroundMark x1="67031" y1="32359" x2="67031" y2="32359"/>
                        <a14:backgroundMark x1="71585" y1="44805" x2="71585" y2="448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000" t="28866" r="26909" b="51848"/>
          <a:stretch/>
        </p:blipFill>
        <p:spPr bwMode="auto">
          <a:xfrm>
            <a:off x="8456918" y="1323437"/>
            <a:ext cx="1230286" cy="98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5985189" y="954103"/>
            <a:ext cx="176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58 Answer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42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.00972 L 0.6651 0.0088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55" y="-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7037E-7 L 0.68945 0.00556 " pathEditMode="fixed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466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-0.7474 0.00463 " pathEditMode="fixed" rAng="0" ptsTypes="AA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992" y="25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0 L -0.75729 0.00972 " pathEditMode="fixed" rAng="0" ptsTypes="AA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706" y="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7" grpId="0" animBg="1"/>
      <p:bldP spid="15" grpId="0" animBg="1"/>
      <p:bldP spid="16" grpId="0"/>
      <p:bldP spid="16" grpId="1"/>
      <p:bldP spid="29" grpId="0"/>
      <p:bldP spid="2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sosceles Triangle 5"/>
          <p:cNvSpPr/>
          <p:nvPr/>
        </p:nvSpPr>
        <p:spPr>
          <a:xfrm rot="16200000">
            <a:off x="8113393" y="3183021"/>
            <a:ext cx="1036320" cy="624036"/>
          </a:xfrm>
          <a:prstGeom prst="triangle">
            <a:avLst>
              <a:gd name="adj" fmla="val 47753"/>
            </a:avLst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39445" y="-2"/>
            <a:ext cx="520275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sz="4000" dirty="0">
                <a:solidFill>
                  <a:schemeClr val="bg1"/>
                </a:solidFill>
                <a:latin typeface="Cooper Black" panose="0208090404030B020404" pitchFamily="18" charset="0"/>
                <a:ea typeface="Microsoft YaHei" panose="020B0503020204020204" pitchFamily="34" charset="-122"/>
              </a:rPr>
              <a:t>Survey in Informatics Class</a:t>
            </a:r>
            <a:endParaRPr lang="en-US" sz="4000" dirty="0">
              <a:solidFill>
                <a:schemeClr val="bg1"/>
              </a:solidFill>
              <a:latin typeface="Cooper Black" panose="0208090404030B0204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43571" y="0"/>
            <a:ext cx="14670809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17645" y="-519"/>
            <a:ext cx="15003780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-202024" y="3046303"/>
            <a:ext cx="1168401" cy="764356"/>
          </a:xfrm>
          <a:prstGeom prst="triangle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579245" y="32030"/>
            <a:ext cx="15679604" cy="6858000"/>
          </a:xfrm>
          <a:prstGeom prst="rect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9603740" y="3046820"/>
            <a:ext cx="1168401" cy="764356"/>
          </a:xfrm>
          <a:prstGeom prst="triangle">
            <a:avLst/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463230" y="3079540"/>
            <a:ext cx="1956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800" dirty="0">
                <a:solidFill>
                  <a:schemeClr val="bg1"/>
                </a:solidFill>
                <a:latin typeface="Arial Black" panose="020B0A04020102020204" pitchFamily="34" charset="0"/>
              </a:rPr>
              <a:t>D</a:t>
            </a:r>
            <a:r>
              <a:rPr lang="en-ID" sz="4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ATA</a:t>
            </a:r>
            <a:endParaRPr lang="en-US" sz="4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45251" y="624840"/>
            <a:ext cx="4715469" cy="6985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045251" y="769699"/>
            <a:ext cx="603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smtClean="0">
                <a:latin typeface="Arial Rounded MT Bold" panose="020F0704030504030204" pitchFamily="34" charset="0"/>
              </a:rPr>
              <a:t>3.AI increase my grades but not my skill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16" name="Picture 15" descr="Diagram jawaban Formulir. Judul pertanyaan: 3.Ai increase my grades but not my skill. Jumlah jawaban: 57 jawaban.">
            <a:extLst>
              <a:ext uri="{FF2B5EF4-FFF2-40B4-BE49-F238E27FC236}">
                <a16:creationId xmlns="" xmlns:a16="http://schemas.microsoft.com/office/drawing/2014/main" xmlns:lc="http://schemas.openxmlformats.org/drawingml/2006/lockedCanvas" id="{8080A545-AE22-77C8-8EB2-0B2401526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40" t="30120" r="54710" b="10455"/>
          <a:stretch/>
        </p:blipFill>
        <p:spPr bwMode="auto">
          <a:xfrm>
            <a:off x="6986787" y="2474256"/>
            <a:ext cx="3017521" cy="3048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Diagram jawaban Formulir. Judul pertanyaan: 1.I am depending on Ai when completing assignment. Jumlah jawaban: 57 jawaban.">
            <a:extLst>
              <a:ext uri="{FF2B5EF4-FFF2-40B4-BE49-F238E27FC236}">
                <a16:creationId xmlns="" xmlns:a16="http://schemas.microsoft.com/office/drawing/2014/main" id="{E11E64E9-F83D-6470-88B4-2CAFCF5D6E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351" b="50541" l="60565" r="75228">
                        <a14:foregroundMark x1="63798" y1="33442" x2="63798" y2="33442"/>
                        <a14:foregroundMark x1="63980" y1="45455" x2="63980" y2="45455"/>
                        <a14:foregroundMark x1="66075" y1="32684" x2="66075" y2="32684"/>
                        <a14:foregroundMark x1="66849" y1="32035" x2="66849" y2="32035"/>
                        <a14:foregroundMark x1="67623" y1="32251" x2="67623" y2="32251"/>
                        <a14:foregroundMark x1="67168" y1="37554" x2="67168" y2="37554"/>
                        <a14:foregroundMark x1="66576" y1="38636" x2="66576" y2="38636"/>
                        <a14:foregroundMark x1="66530" y1="44697" x2="66530" y2="44697"/>
                        <a14:foregroundMark x1="66894" y1="44913" x2="66894" y2="44913"/>
                        <a14:foregroundMark x1="67851" y1="44697" x2="67851" y2="44697"/>
                        <a14:foregroundMark x1="69035" y1="44589" x2="69035" y2="44589"/>
                        <a14:foregroundMark x1="69900" y1="45238" x2="69900" y2="45238"/>
                        <a14:foregroundMark x1="70719" y1="45346" x2="70719" y2="45346"/>
                        <a14:foregroundMark x1="71311" y1="45238" x2="71311" y2="45238"/>
                        <a14:backgroundMark x1="67031" y1="32359" x2="67031" y2="32359"/>
                        <a14:backgroundMark x1="71585" y1="44805" x2="71585" y2="448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000" t="28866" r="26909" b="51848"/>
          <a:stretch/>
        </p:blipFill>
        <p:spPr bwMode="auto">
          <a:xfrm>
            <a:off x="9061491" y="1453012"/>
            <a:ext cx="1230286" cy="989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36" y="2093138"/>
            <a:ext cx="5182174" cy="4530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35615" y="1947619"/>
            <a:ext cx="176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58 Answer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Isosceles Triangle 22"/>
          <p:cNvSpPr/>
          <p:nvPr/>
        </p:nvSpPr>
        <p:spPr>
          <a:xfrm rot="16200000">
            <a:off x="-189325" y="3059002"/>
            <a:ext cx="1167883" cy="739477"/>
          </a:xfrm>
          <a:prstGeom prst="triangle">
            <a:avLst>
              <a:gd name="adj" fmla="val 47753"/>
            </a:avLst>
          </a:prstGeom>
          <a:solidFill>
            <a:srgbClr val="1A41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8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2 1.48148E-6 L 0.72487 0.00023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39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0.71771 0.0023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85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0 L -0.80742 -0.00023 " pathEditMode="fixed" rAng="0" ptsTypes="AA"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221" y="93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734 3.7037E-7 L -0.80104 -0.00463 " pathEditMode="fixed" rAng="0" ptsTypes="AA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419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7" grpId="0" animBg="1"/>
      <p:bldP spid="17" grpId="1" animBg="1"/>
      <p:bldP spid="18" grpId="0" animBg="1"/>
      <p:bldP spid="19" grpId="0" animBg="1"/>
      <p:bldP spid="13" grpId="0"/>
      <p:bldP spid="2" grpId="0" animBg="1"/>
      <p:bldP spid="2" grpId="1" animBg="1"/>
      <p:bldP spid="10" grpId="0"/>
      <p:bldP spid="10" grpId="1"/>
      <p:bldP spid="22" grpId="0"/>
      <p:bldP spid="22" grpId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19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201</Words>
  <Application>Microsoft Office PowerPoint</Application>
  <PresentationFormat>Widescreen</PresentationFormat>
  <Paragraphs>45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30" baseType="lpstr">
      <vt:lpstr>Arial Unicode MS</vt:lpstr>
      <vt:lpstr>Microsoft YaHei</vt:lpstr>
      <vt:lpstr>Noto Sans SC Black</vt:lpstr>
      <vt:lpstr>Aptos</vt:lpstr>
      <vt:lpstr>Aptos Display</vt:lpstr>
      <vt:lpstr>Arial</vt:lpstr>
      <vt:lpstr>Arial Black</vt:lpstr>
      <vt:lpstr>Arial Rounded MT Bold</vt:lpstr>
      <vt:lpstr>Bodoni MT Black</vt:lpstr>
      <vt:lpstr>Britannic Bold</vt:lpstr>
      <vt:lpstr>Calibri</vt:lpstr>
      <vt:lpstr>Cascadia Code</vt:lpstr>
      <vt:lpstr>Cascadia Mono SemiBold</vt:lpstr>
      <vt:lpstr>Century</vt:lpstr>
      <vt:lpstr>Cooper Black</vt:lpstr>
      <vt:lpstr>Franklin Gothic Heavy</vt:lpstr>
      <vt:lpstr>Georgia</vt:lpstr>
      <vt:lpstr>Microsoft Tai Le</vt:lpstr>
      <vt:lpstr>Palatino Linotype</vt:lpstr>
      <vt:lpstr>ROG Fonts STRIX SCAR</vt:lpstr>
      <vt:lpstr>Sitka Small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Judika Ompusunggu</dc:creator>
  <cp:lastModifiedBy>Microsoft account</cp:lastModifiedBy>
  <cp:revision>59</cp:revision>
  <dcterms:created xsi:type="dcterms:W3CDTF">2025-11-30T10:05:43Z</dcterms:created>
  <dcterms:modified xsi:type="dcterms:W3CDTF">2025-12-02T08:05:54Z</dcterms:modified>
</cp:coreProperties>
</file>